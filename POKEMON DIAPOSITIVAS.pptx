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ade Gamer" charset="1" panose="00000000000000000000"/>
      <p:regular r:id="rId18"/>
    </p:embeddedFont>
    <p:embeddedFont>
      <p:font typeface="Roboto" charset="1" panose="02000000000000000000"/>
      <p:regular r:id="rId19"/>
    </p:embeddedFont>
    <p:embeddedFont>
      <p:font typeface="Roboto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media/image41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png" Type="http://schemas.openxmlformats.org/officeDocument/2006/relationships/image"/><Relationship Id="rId11" Target="../media/image47.png" Type="http://schemas.openxmlformats.org/officeDocument/2006/relationships/image"/><Relationship Id="rId12" Target="../media/image48.png" Type="http://schemas.openxmlformats.org/officeDocument/2006/relationships/image"/><Relationship Id="rId13" Target="../media/image49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6.png" Type="http://schemas.openxmlformats.org/officeDocument/2006/relationships/image"/><Relationship Id="rId11" Target="../media/image37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54.png" Type="http://schemas.openxmlformats.org/officeDocument/2006/relationships/image"/><Relationship Id="rId15" Target="../media/image55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50.png" Type="http://schemas.openxmlformats.org/officeDocument/2006/relationships/image"/><Relationship Id="rId5" Target="../media/image51.svg" Type="http://schemas.openxmlformats.org/officeDocument/2006/relationships/image"/><Relationship Id="rId6" Target="../media/image52.png" Type="http://schemas.openxmlformats.org/officeDocument/2006/relationships/image"/><Relationship Id="rId7" Target="../media/image5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5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59.png" Type="http://schemas.openxmlformats.org/officeDocument/2006/relationships/image"/><Relationship Id="rId9" Target="../media/image6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png" Type="http://schemas.openxmlformats.org/officeDocument/2006/relationships/image"/><Relationship Id="rId11" Target="../media/image35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68.pn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png" Type="http://schemas.openxmlformats.org/officeDocument/2006/relationships/image"/><Relationship Id="rId12" Target="../media/image77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77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11" Target="../media/image87.svg" Type="http://schemas.openxmlformats.org/officeDocument/2006/relationships/image"/><Relationship Id="rId12" Target="../media/image88.png" Type="http://schemas.openxmlformats.org/officeDocument/2006/relationships/image"/><Relationship Id="rId2" Target="../media/image80.png" Type="http://schemas.openxmlformats.org/officeDocument/2006/relationships/image"/><Relationship Id="rId3" Target="../media/image81.svg" Type="http://schemas.openxmlformats.org/officeDocument/2006/relationships/image"/><Relationship Id="rId4" Target="../media/image82.png" Type="http://schemas.openxmlformats.org/officeDocument/2006/relationships/image"/><Relationship Id="rId5" Target="../media/image83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84.png" Type="http://schemas.openxmlformats.org/officeDocument/2006/relationships/image"/><Relationship Id="rId9" Target="../media/image8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25" y="1028700"/>
            <a:ext cx="3612588" cy="1261122"/>
          </a:xfrm>
          <a:custGeom>
            <a:avLst/>
            <a:gdLst/>
            <a:ahLst/>
            <a:cxnLst/>
            <a:rect r="r" b="b" t="t" l="l"/>
            <a:pathLst>
              <a:path h="1261122" w="3612588">
                <a:moveTo>
                  <a:pt x="0" y="0"/>
                </a:moveTo>
                <a:lnTo>
                  <a:pt x="3612588" y="0"/>
                </a:lnTo>
                <a:lnTo>
                  <a:pt x="3612588" y="1261122"/>
                </a:lnTo>
                <a:lnTo>
                  <a:pt x="0" y="12611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82694" y="918598"/>
            <a:ext cx="1529702" cy="1529702"/>
          </a:xfrm>
          <a:custGeom>
            <a:avLst/>
            <a:gdLst/>
            <a:ahLst/>
            <a:cxnLst/>
            <a:rect r="r" b="b" t="t" l="l"/>
            <a:pathLst>
              <a:path h="1529702" w="1529702">
                <a:moveTo>
                  <a:pt x="0" y="0"/>
                </a:moveTo>
                <a:lnTo>
                  <a:pt x="1529702" y="0"/>
                </a:lnTo>
                <a:lnTo>
                  <a:pt x="1529702" y="1529702"/>
                </a:lnTo>
                <a:lnTo>
                  <a:pt x="0" y="152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9023" y="1381840"/>
            <a:ext cx="4907801" cy="874481"/>
          </a:xfrm>
          <a:custGeom>
            <a:avLst/>
            <a:gdLst/>
            <a:ahLst/>
            <a:cxnLst/>
            <a:rect r="r" b="b" t="t" l="l"/>
            <a:pathLst>
              <a:path h="874481" w="490780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44344" y="731163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79764" y="1077076"/>
            <a:ext cx="4233199" cy="1477771"/>
          </a:xfrm>
          <a:custGeom>
            <a:avLst/>
            <a:gdLst/>
            <a:ahLst/>
            <a:cxnLst/>
            <a:rect r="r" b="b" t="t" l="l"/>
            <a:pathLst>
              <a:path h="1477771" w="4233199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937579" y="981073"/>
            <a:ext cx="3760718" cy="670092"/>
          </a:xfrm>
          <a:custGeom>
            <a:avLst/>
            <a:gdLst/>
            <a:ahLst/>
            <a:cxnLst/>
            <a:rect r="r" b="b" t="t" l="l"/>
            <a:pathLst>
              <a:path h="670092" w="3760718">
                <a:moveTo>
                  <a:pt x="3760718" y="0"/>
                </a:moveTo>
                <a:lnTo>
                  <a:pt x="0" y="0"/>
                </a:lnTo>
                <a:lnTo>
                  <a:pt x="0" y="670091"/>
                </a:lnTo>
                <a:lnTo>
                  <a:pt x="3760718" y="670091"/>
                </a:lnTo>
                <a:lnTo>
                  <a:pt x="376071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6536" y="4153994"/>
            <a:ext cx="11187008" cy="6128433"/>
          </a:xfrm>
          <a:custGeom>
            <a:avLst/>
            <a:gdLst/>
            <a:ahLst/>
            <a:cxnLst/>
            <a:rect r="r" b="b" t="t" l="l"/>
            <a:pathLst>
              <a:path h="6128433" w="11187008">
                <a:moveTo>
                  <a:pt x="0" y="0"/>
                </a:moveTo>
                <a:lnTo>
                  <a:pt x="11187007" y="0"/>
                </a:lnTo>
                <a:lnTo>
                  <a:pt x="11187007" y="6128434"/>
                </a:lnTo>
                <a:lnTo>
                  <a:pt x="0" y="61284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1160471" y="4158567"/>
            <a:ext cx="11187008" cy="6128433"/>
          </a:xfrm>
          <a:custGeom>
            <a:avLst/>
            <a:gdLst/>
            <a:ahLst/>
            <a:cxnLst/>
            <a:rect r="r" b="b" t="t" l="l"/>
            <a:pathLst>
              <a:path h="6128433" w="11187008">
                <a:moveTo>
                  <a:pt x="11187008" y="0"/>
                </a:moveTo>
                <a:lnTo>
                  <a:pt x="0" y="0"/>
                </a:lnTo>
                <a:lnTo>
                  <a:pt x="0" y="6128433"/>
                </a:lnTo>
                <a:lnTo>
                  <a:pt x="11187008" y="6128433"/>
                </a:lnTo>
                <a:lnTo>
                  <a:pt x="1118700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50727" y="790183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219186" y="4101417"/>
            <a:ext cx="14386420" cy="2300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21"/>
              </a:lnSpc>
              <a:spcBef>
                <a:spcPct val="0"/>
              </a:spcBef>
            </a:pPr>
            <a:r>
              <a:rPr lang="en-US" sz="43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PROYECTO FINAL: APLICACIÓN DE PATRONES DE DISEÑO GOF Y PRINCIPIOS SOLID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26289" y="751868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081174" y="8332413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136059" y="7726935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65830" y="8112226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72923" y="8112226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827808" y="8332413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882694" y="790183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937579" y="8435225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959301" y="7303713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6097507" y="7726935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042622" y="751868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790799" y="8435225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987737" y="8112226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932852" y="8332413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836746" y="790183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935215" y="8332413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965832" y="790183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-637429" y="7726935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2081174" y="2947281"/>
            <a:ext cx="758646" cy="758646"/>
          </a:xfrm>
          <a:custGeom>
            <a:avLst/>
            <a:gdLst/>
            <a:ahLst/>
            <a:cxnLst/>
            <a:rect r="r" b="b" t="t" l="l"/>
            <a:pathLst>
              <a:path h="758646" w="758646">
                <a:moveTo>
                  <a:pt x="0" y="0"/>
                </a:moveTo>
                <a:lnTo>
                  <a:pt x="758647" y="0"/>
                </a:lnTo>
                <a:lnTo>
                  <a:pt x="758647" y="758647"/>
                </a:lnTo>
                <a:lnTo>
                  <a:pt x="0" y="7586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04240" y="4472307"/>
            <a:ext cx="648920" cy="648920"/>
          </a:xfrm>
          <a:custGeom>
            <a:avLst/>
            <a:gdLst/>
            <a:ahLst/>
            <a:cxnLst/>
            <a:rect r="r" b="b" t="t" l="l"/>
            <a:pathLst>
              <a:path h="648920" w="648920">
                <a:moveTo>
                  <a:pt x="0" y="0"/>
                </a:moveTo>
                <a:lnTo>
                  <a:pt x="648920" y="0"/>
                </a:lnTo>
                <a:lnTo>
                  <a:pt x="648920" y="648920"/>
                </a:lnTo>
                <a:lnTo>
                  <a:pt x="0" y="64892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950880" y="5715703"/>
            <a:ext cx="611297" cy="611297"/>
          </a:xfrm>
          <a:custGeom>
            <a:avLst/>
            <a:gdLst/>
            <a:ahLst/>
            <a:cxnLst/>
            <a:rect r="r" b="b" t="t" l="l"/>
            <a:pathLst>
              <a:path h="611297" w="611297">
                <a:moveTo>
                  <a:pt x="611298" y="0"/>
                </a:moveTo>
                <a:lnTo>
                  <a:pt x="0" y="0"/>
                </a:lnTo>
                <a:lnTo>
                  <a:pt x="0" y="611297"/>
                </a:lnTo>
                <a:lnTo>
                  <a:pt x="611298" y="611297"/>
                </a:lnTo>
                <a:lnTo>
                  <a:pt x="61129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5322730" y="2947281"/>
            <a:ext cx="2884548" cy="2988975"/>
            <a:chOff x="0" y="0"/>
            <a:chExt cx="3846063" cy="39853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1529" cy="1011529"/>
            </a:xfrm>
            <a:custGeom>
              <a:avLst/>
              <a:gdLst/>
              <a:ahLst/>
              <a:cxnLst/>
              <a:rect r="r" b="b" t="t" l="l"/>
              <a:pathLst>
                <a:path h="1011529" w="1011529">
                  <a:moveTo>
                    <a:pt x="0" y="0"/>
                  </a:moveTo>
                  <a:lnTo>
                    <a:pt x="1011529" y="0"/>
                  </a:lnTo>
                  <a:lnTo>
                    <a:pt x="1011529" y="1011529"/>
                  </a:lnTo>
                  <a:lnTo>
                    <a:pt x="0" y="1011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true" flipV="false" rot="0">
              <a:off x="825431" y="3241546"/>
              <a:ext cx="743753" cy="743753"/>
            </a:xfrm>
            <a:custGeom>
              <a:avLst/>
              <a:gdLst/>
              <a:ahLst/>
              <a:cxnLst/>
              <a:rect r="r" b="b" t="t" l="l"/>
              <a:pathLst>
                <a:path h="743753" w="743753">
                  <a:moveTo>
                    <a:pt x="743753" y="0"/>
                  </a:moveTo>
                  <a:lnTo>
                    <a:pt x="0" y="0"/>
                  </a:lnTo>
                  <a:lnTo>
                    <a:pt x="0" y="743754"/>
                  </a:lnTo>
                  <a:lnTo>
                    <a:pt x="743753" y="743754"/>
                  </a:lnTo>
                  <a:lnTo>
                    <a:pt x="743753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3102310" y="1722227"/>
              <a:ext cx="743753" cy="743753"/>
            </a:xfrm>
            <a:custGeom>
              <a:avLst/>
              <a:gdLst/>
              <a:ahLst/>
              <a:cxnLst/>
              <a:rect r="r" b="b" t="t" l="l"/>
              <a:pathLst>
                <a:path h="743753" w="743753">
                  <a:moveTo>
                    <a:pt x="0" y="0"/>
                  </a:moveTo>
                  <a:lnTo>
                    <a:pt x="743753" y="0"/>
                  </a:lnTo>
                  <a:lnTo>
                    <a:pt x="743753" y="743754"/>
                  </a:lnTo>
                  <a:lnTo>
                    <a:pt x="0" y="743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7274572" y="731163"/>
            <a:ext cx="608122" cy="608122"/>
          </a:xfrm>
          <a:custGeom>
            <a:avLst/>
            <a:gdLst/>
            <a:ahLst/>
            <a:cxnLst/>
            <a:rect r="r" b="b" t="t" l="l"/>
            <a:pathLst>
              <a:path h="608122" w="608122">
                <a:moveTo>
                  <a:pt x="0" y="0"/>
                </a:moveTo>
                <a:lnTo>
                  <a:pt x="608122" y="0"/>
                </a:lnTo>
                <a:lnTo>
                  <a:pt x="608122" y="608122"/>
                </a:lnTo>
                <a:lnTo>
                  <a:pt x="0" y="6081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true" flipV="false" rot="0">
            <a:off x="10631154" y="2375165"/>
            <a:ext cx="608122" cy="608122"/>
          </a:xfrm>
          <a:custGeom>
            <a:avLst/>
            <a:gdLst/>
            <a:ahLst/>
            <a:cxnLst/>
            <a:rect r="r" b="b" t="t" l="l"/>
            <a:pathLst>
              <a:path h="608122" w="608122">
                <a:moveTo>
                  <a:pt x="608122" y="0"/>
                </a:moveTo>
                <a:lnTo>
                  <a:pt x="0" y="0"/>
                </a:lnTo>
                <a:lnTo>
                  <a:pt x="0" y="608122"/>
                </a:lnTo>
                <a:lnTo>
                  <a:pt x="608122" y="608122"/>
                </a:lnTo>
                <a:lnTo>
                  <a:pt x="60812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998564" y="7111332"/>
            <a:ext cx="384761" cy="384761"/>
          </a:xfrm>
          <a:custGeom>
            <a:avLst/>
            <a:gdLst/>
            <a:ahLst/>
            <a:cxnLst/>
            <a:rect r="r" b="b" t="t" l="l"/>
            <a:pathLst>
              <a:path h="384761" w="384761">
                <a:moveTo>
                  <a:pt x="0" y="0"/>
                </a:moveTo>
                <a:lnTo>
                  <a:pt x="384761" y="0"/>
                </a:lnTo>
                <a:lnTo>
                  <a:pt x="384761" y="384761"/>
                </a:lnTo>
                <a:lnTo>
                  <a:pt x="0" y="38476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0">
            <a:off x="6250667" y="6856765"/>
            <a:ext cx="577141" cy="577141"/>
          </a:xfrm>
          <a:custGeom>
            <a:avLst/>
            <a:gdLst/>
            <a:ahLst/>
            <a:cxnLst/>
            <a:rect r="r" b="b" t="t" l="l"/>
            <a:pathLst>
              <a:path h="577141" w="577141">
                <a:moveTo>
                  <a:pt x="577141" y="0"/>
                </a:moveTo>
                <a:lnTo>
                  <a:pt x="0" y="0"/>
                </a:lnTo>
                <a:lnTo>
                  <a:pt x="0" y="577142"/>
                </a:lnTo>
                <a:lnTo>
                  <a:pt x="577141" y="577142"/>
                </a:lnTo>
                <a:lnTo>
                  <a:pt x="577141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192234" y="6856765"/>
            <a:ext cx="560215" cy="560215"/>
          </a:xfrm>
          <a:custGeom>
            <a:avLst/>
            <a:gdLst/>
            <a:ahLst/>
            <a:cxnLst/>
            <a:rect r="r" b="b" t="t" l="l"/>
            <a:pathLst>
              <a:path h="560215" w="560215">
                <a:moveTo>
                  <a:pt x="0" y="0"/>
                </a:moveTo>
                <a:lnTo>
                  <a:pt x="560215" y="0"/>
                </a:lnTo>
                <a:lnTo>
                  <a:pt x="560215" y="560216"/>
                </a:lnTo>
                <a:lnTo>
                  <a:pt x="0" y="5602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1842112" y="7131675"/>
            <a:ext cx="604465" cy="604465"/>
          </a:xfrm>
          <a:custGeom>
            <a:avLst/>
            <a:gdLst/>
            <a:ahLst/>
            <a:cxnLst/>
            <a:rect r="r" b="b" t="t" l="l"/>
            <a:pathLst>
              <a:path h="604465" w="604465">
                <a:moveTo>
                  <a:pt x="0" y="0"/>
                </a:moveTo>
                <a:lnTo>
                  <a:pt x="604465" y="0"/>
                </a:lnTo>
                <a:lnTo>
                  <a:pt x="604465" y="604464"/>
                </a:lnTo>
                <a:lnTo>
                  <a:pt x="0" y="6044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true" flipV="false" rot="0">
            <a:off x="14219549" y="6585121"/>
            <a:ext cx="560215" cy="560215"/>
          </a:xfrm>
          <a:custGeom>
            <a:avLst/>
            <a:gdLst/>
            <a:ahLst/>
            <a:cxnLst/>
            <a:rect r="r" b="b" t="t" l="l"/>
            <a:pathLst>
              <a:path h="560215" w="560215">
                <a:moveTo>
                  <a:pt x="560215" y="0"/>
                </a:moveTo>
                <a:lnTo>
                  <a:pt x="0" y="0"/>
                </a:lnTo>
                <a:lnTo>
                  <a:pt x="0" y="560215"/>
                </a:lnTo>
                <a:lnTo>
                  <a:pt x="560215" y="560215"/>
                </a:lnTo>
                <a:lnTo>
                  <a:pt x="560215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true" flipV="true" rot="0">
            <a:off x="17177463" y="6660396"/>
            <a:ext cx="557815" cy="557815"/>
          </a:xfrm>
          <a:custGeom>
            <a:avLst/>
            <a:gdLst/>
            <a:ahLst/>
            <a:cxnLst/>
            <a:rect r="r" b="b" t="t" l="l"/>
            <a:pathLst>
              <a:path h="557815" w="557815">
                <a:moveTo>
                  <a:pt x="557815" y="557815"/>
                </a:moveTo>
                <a:lnTo>
                  <a:pt x="0" y="557815"/>
                </a:lnTo>
                <a:lnTo>
                  <a:pt x="0" y="0"/>
                </a:lnTo>
                <a:lnTo>
                  <a:pt x="557815" y="0"/>
                </a:lnTo>
                <a:lnTo>
                  <a:pt x="557815" y="557815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464953" y="2375165"/>
            <a:ext cx="615940" cy="615940"/>
          </a:xfrm>
          <a:custGeom>
            <a:avLst/>
            <a:gdLst/>
            <a:ahLst/>
            <a:cxnLst/>
            <a:rect r="r" b="b" t="t" l="l"/>
            <a:pathLst>
              <a:path h="615940" w="615940">
                <a:moveTo>
                  <a:pt x="0" y="0"/>
                </a:moveTo>
                <a:lnTo>
                  <a:pt x="615940" y="0"/>
                </a:lnTo>
                <a:lnTo>
                  <a:pt x="615940" y="615941"/>
                </a:lnTo>
                <a:lnTo>
                  <a:pt x="0" y="615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1950790" y="2973703"/>
            <a:ext cx="14386420" cy="1184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1"/>
              </a:lnSpc>
              <a:spcBef>
                <a:spcPct val="0"/>
              </a:spcBef>
            </a:pPr>
            <a:r>
              <a:rPr lang="en-US" sz="6600">
                <a:solidFill>
                  <a:srgbClr val="A83839"/>
                </a:solidFill>
                <a:latin typeface="Arcade Gamer"/>
                <a:ea typeface="Arcade Gamer"/>
                <a:cs typeface="Arcade Gamer"/>
                <a:sym typeface="Arcade Gamer"/>
              </a:rPr>
              <a:t>DISEÑO DE PATRONES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36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68020" y="9291108"/>
            <a:ext cx="3303035" cy="960883"/>
          </a:xfrm>
          <a:custGeom>
            <a:avLst/>
            <a:gdLst/>
            <a:ahLst/>
            <a:cxnLst/>
            <a:rect r="r" b="b" t="t" l="l"/>
            <a:pathLst>
              <a:path h="960883" w="3303035">
                <a:moveTo>
                  <a:pt x="0" y="0"/>
                </a:moveTo>
                <a:lnTo>
                  <a:pt x="3303035" y="0"/>
                </a:lnTo>
                <a:lnTo>
                  <a:pt x="3303035" y="960882"/>
                </a:lnTo>
                <a:lnTo>
                  <a:pt x="0" y="960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3082369" y="1330335"/>
            <a:ext cx="2458208" cy="2458208"/>
          </a:xfrm>
          <a:custGeom>
            <a:avLst/>
            <a:gdLst/>
            <a:ahLst/>
            <a:cxnLst/>
            <a:rect r="r" b="b" t="t" l="l"/>
            <a:pathLst>
              <a:path h="2458208" w="2458208">
                <a:moveTo>
                  <a:pt x="2458208" y="0"/>
                </a:moveTo>
                <a:lnTo>
                  <a:pt x="0" y="0"/>
                </a:lnTo>
                <a:lnTo>
                  <a:pt x="0" y="2458208"/>
                </a:lnTo>
                <a:lnTo>
                  <a:pt x="2458208" y="2458208"/>
                </a:lnTo>
                <a:lnTo>
                  <a:pt x="245820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95928" y="987114"/>
            <a:ext cx="4384930" cy="1530739"/>
          </a:xfrm>
          <a:custGeom>
            <a:avLst/>
            <a:gdLst/>
            <a:ahLst/>
            <a:cxnLst/>
            <a:rect r="r" b="b" t="t" l="l"/>
            <a:pathLst>
              <a:path h="1530739" w="4384930">
                <a:moveTo>
                  <a:pt x="0" y="0"/>
                </a:moveTo>
                <a:lnTo>
                  <a:pt x="4384931" y="0"/>
                </a:lnTo>
                <a:lnTo>
                  <a:pt x="4384931" y="1530739"/>
                </a:lnTo>
                <a:lnTo>
                  <a:pt x="0" y="15307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68020" y="2574808"/>
            <a:ext cx="4325833" cy="770785"/>
          </a:xfrm>
          <a:custGeom>
            <a:avLst/>
            <a:gdLst/>
            <a:ahLst/>
            <a:cxnLst/>
            <a:rect r="r" b="b" t="t" l="l"/>
            <a:pathLst>
              <a:path h="770785" w="4325833">
                <a:moveTo>
                  <a:pt x="0" y="0"/>
                </a:moveTo>
                <a:lnTo>
                  <a:pt x="4325833" y="0"/>
                </a:lnTo>
                <a:lnTo>
                  <a:pt x="4325833" y="770785"/>
                </a:lnTo>
                <a:lnTo>
                  <a:pt x="0" y="7707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65048" y="9291108"/>
            <a:ext cx="3415811" cy="993690"/>
          </a:xfrm>
          <a:custGeom>
            <a:avLst/>
            <a:gdLst/>
            <a:ahLst/>
            <a:cxnLst/>
            <a:rect r="r" b="b" t="t" l="l"/>
            <a:pathLst>
              <a:path h="993690" w="3415811">
                <a:moveTo>
                  <a:pt x="0" y="0"/>
                </a:moveTo>
                <a:lnTo>
                  <a:pt x="3415811" y="0"/>
                </a:lnTo>
                <a:lnTo>
                  <a:pt x="3415811" y="993690"/>
                </a:lnTo>
                <a:lnTo>
                  <a:pt x="0" y="99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542181" y="9170932"/>
            <a:ext cx="3716138" cy="1081058"/>
          </a:xfrm>
          <a:custGeom>
            <a:avLst/>
            <a:gdLst/>
            <a:ahLst/>
            <a:cxnLst/>
            <a:rect r="r" b="b" t="t" l="l"/>
            <a:pathLst>
              <a:path h="1081058" w="3716138">
                <a:moveTo>
                  <a:pt x="3716138" y="0"/>
                </a:moveTo>
                <a:lnTo>
                  <a:pt x="0" y="0"/>
                </a:lnTo>
                <a:lnTo>
                  <a:pt x="0" y="1081058"/>
                </a:lnTo>
                <a:lnTo>
                  <a:pt x="3716138" y="1081058"/>
                </a:lnTo>
                <a:lnTo>
                  <a:pt x="37161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1719538" y="6088966"/>
            <a:ext cx="2725663" cy="3544006"/>
          </a:xfrm>
          <a:custGeom>
            <a:avLst/>
            <a:gdLst/>
            <a:ahLst/>
            <a:cxnLst/>
            <a:rect r="r" b="b" t="t" l="l"/>
            <a:pathLst>
              <a:path h="3544006" w="2725663">
                <a:moveTo>
                  <a:pt x="2725663" y="0"/>
                </a:moveTo>
                <a:lnTo>
                  <a:pt x="0" y="0"/>
                </a:lnTo>
                <a:lnTo>
                  <a:pt x="0" y="3544007"/>
                </a:lnTo>
                <a:lnTo>
                  <a:pt x="2725663" y="3544007"/>
                </a:lnTo>
                <a:lnTo>
                  <a:pt x="272566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4009959" y="4919043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3543572" y="0"/>
                </a:moveTo>
                <a:lnTo>
                  <a:pt x="0" y="0"/>
                </a:lnTo>
                <a:lnTo>
                  <a:pt x="0" y="4607481"/>
                </a:lnTo>
                <a:lnTo>
                  <a:pt x="3543572" y="4607481"/>
                </a:lnTo>
                <a:lnTo>
                  <a:pt x="354357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141786" y="9258300"/>
            <a:ext cx="3415811" cy="993690"/>
          </a:xfrm>
          <a:custGeom>
            <a:avLst/>
            <a:gdLst/>
            <a:ahLst/>
            <a:cxnLst/>
            <a:rect r="r" b="b" t="t" l="l"/>
            <a:pathLst>
              <a:path h="993690" w="3415811">
                <a:moveTo>
                  <a:pt x="0" y="0"/>
                </a:moveTo>
                <a:lnTo>
                  <a:pt x="3415811" y="0"/>
                </a:lnTo>
                <a:lnTo>
                  <a:pt x="3415811" y="993690"/>
                </a:lnTo>
                <a:lnTo>
                  <a:pt x="0" y="9936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673529">
            <a:off x="16357300" y="8445877"/>
            <a:ext cx="1662187" cy="1695552"/>
          </a:xfrm>
          <a:custGeom>
            <a:avLst/>
            <a:gdLst/>
            <a:ahLst/>
            <a:cxnLst/>
            <a:rect r="r" b="b" t="t" l="l"/>
            <a:pathLst>
              <a:path h="1695552" w="1662187">
                <a:moveTo>
                  <a:pt x="0" y="0"/>
                </a:moveTo>
                <a:lnTo>
                  <a:pt x="1662187" y="0"/>
                </a:lnTo>
                <a:lnTo>
                  <a:pt x="1662187" y="1695552"/>
                </a:lnTo>
                <a:lnTo>
                  <a:pt x="0" y="16955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50281" y="8674473"/>
            <a:ext cx="1704101" cy="1704101"/>
          </a:xfrm>
          <a:custGeom>
            <a:avLst/>
            <a:gdLst/>
            <a:ahLst/>
            <a:cxnLst/>
            <a:rect r="r" b="b" t="t" l="l"/>
            <a:pathLst>
              <a:path h="1704101" w="1704101">
                <a:moveTo>
                  <a:pt x="0" y="0"/>
                </a:moveTo>
                <a:lnTo>
                  <a:pt x="1704101" y="0"/>
                </a:lnTo>
                <a:lnTo>
                  <a:pt x="1704101" y="1704102"/>
                </a:lnTo>
                <a:lnTo>
                  <a:pt x="0" y="17041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995928" y="1802211"/>
            <a:ext cx="1953856" cy="1545194"/>
          </a:xfrm>
          <a:custGeom>
            <a:avLst/>
            <a:gdLst/>
            <a:ahLst/>
            <a:cxnLst/>
            <a:rect r="r" b="b" t="t" l="l"/>
            <a:pathLst>
              <a:path h="1545194" w="1953856">
                <a:moveTo>
                  <a:pt x="0" y="0"/>
                </a:moveTo>
                <a:lnTo>
                  <a:pt x="1953856" y="0"/>
                </a:lnTo>
                <a:lnTo>
                  <a:pt x="1953856" y="1545194"/>
                </a:lnTo>
                <a:lnTo>
                  <a:pt x="0" y="154519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86397" r="-264942" b="-18550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50281" y="2728123"/>
            <a:ext cx="7747589" cy="616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Desarrollar un juego de combate Pokémon por turnos en Java aplicando patrones de diseño GoF y principios SOLID.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Demostrar cómo el uso correcto de patrones reduce el acoplamiento y facilita agregar nuevas funcionalidades (ataques, estados, ítems) sin romper código existente.</a:t>
            </a:r>
          </a:p>
          <a:p>
            <a:pPr algn="just" marL="626104" indent="-313052" lvl="1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Separar responsabilidades entre lógica de combate, modelo de datos, interfaz gráfica (GUI) y persistencia (SQL).</a:t>
            </a:r>
          </a:p>
          <a:p>
            <a:pPr algn="just">
              <a:lnSpc>
                <a:spcPts val="40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50281" y="720858"/>
            <a:ext cx="7291868" cy="1796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OBJETIVO DEL PROYECTO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36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525" y="1077076"/>
            <a:ext cx="3474012" cy="1212746"/>
          </a:xfrm>
          <a:custGeom>
            <a:avLst/>
            <a:gdLst/>
            <a:ahLst/>
            <a:cxnLst/>
            <a:rect r="r" b="b" t="t" l="l"/>
            <a:pathLst>
              <a:path h="1212746" w="3474012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860593" y="1415341"/>
            <a:ext cx="4907801" cy="874481"/>
          </a:xfrm>
          <a:custGeom>
            <a:avLst/>
            <a:gdLst/>
            <a:ahLst/>
            <a:cxnLst/>
            <a:rect r="r" b="b" t="t" l="l"/>
            <a:pathLst>
              <a:path h="874481" w="490780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144344" y="731163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79764" y="1077076"/>
            <a:ext cx="4233199" cy="1477771"/>
          </a:xfrm>
          <a:custGeom>
            <a:avLst/>
            <a:gdLst/>
            <a:ahLst/>
            <a:cxnLst/>
            <a:rect r="r" b="b" t="t" l="l"/>
            <a:pathLst>
              <a:path h="1477771" w="4233199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8368497" y="990216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8907087"/>
            <a:ext cx="9144000" cy="1379913"/>
          </a:xfrm>
          <a:custGeom>
            <a:avLst/>
            <a:gdLst/>
            <a:ahLst/>
            <a:cxnLst/>
            <a:rect r="r" b="b" t="t" l="l"/>
            <a:pathLst>
              <a:path h="1379913" w="9144000">
                <a:moveTo>
                  <a:pt x="0" y="0"/>
                </a:moveTo>
                <a:lnTo>
                  <a:pt x="9144000" y="0"/>
                </a:lnTo>
                <a:lnTo>
                  <a:pt x="9144000" y="1379913"/>
                </a:lnTo>
                <a:lnTo>
                  <a:pt x="0" y="13799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97344" y="2487238"/>
            <a:ext cx="5960592" cy="6771062"/>
            <a:chOff x="0" y="0"/>
            <a:chExt cx="6096000" cy="6924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96000" cy="6924882"/>
            </a:xfrm>
            <a:custGeom>
              <a:avLst/>
              <a:gdLst/>
              <a:ahLst/>
              <a:cxnLst/>
              <a:rect r="r" b="b" t="t" l="l"/>
              <a:pathLst>
                <a:path h="6924882" w="6096000">
                  <a:moveTo>
                    <a:pt x="5969000" y="692488"/>
                  </a:moveTo>
                  <a:cubicBezTo>
                    <a:pt x="5969000" y="623239"/>
                    <a:pt x="5969000" y="484742"/>
                    <a:pt x="5969000" y="415493"/>
                  </a:cubicBezTo>
                  <a:lnTo>
                    <a:pt x="5842000" y="415493"/>
                  </a:lnTo>
                  <a:lnTo>
                    <a:pt x="5842000" y="276995"/>
                  </a:lnTo>
                  <a:lnTo>
                    <a:pt x="5715000" y="276995"/>
                  </a:lnTo>
                  <a:lnTo>
                    <a:pt x="5715000" y="138498"/>
                  </a:lnTo>
                  <a:cubicBezTo>
                    <a:pt x="5651500" y="138498"/>
                    <a:pt x="5524500" y="138498"/>
                    <a:pt x="5461000" y="138498"/>
                  </a:cubicBezTo>
                  <a:lnTo>
                    <a:pt x="5461000" y="0"/>
                  </a:lnTo>
                  <a:cubicBezTo>
                    <a:pt x="3853180" y="0"/>
                    <a:pt x="2242820" y="0"/>
                    <a:pt x="635000" y="0"/>
                  </a:cubicBezTo>
                  <a:lnTo>
                    <a:pt x="635000" y="138498"/>
                  </a:lnTo>
                  <a:cubicBezTo>
                    <a:pt x="571500" y="138498"/>
                    <a:pt x="444500" y="138498"/>
                    <a:pt x="381000" y="138498"/>
                  </a:cubicBezTo>
                  <a:lnTo>
                    <a:pt x="381000" y="276995"/>
                  </a:lnTo>
                  <a:lnTo>
                    <a:pt x="254000" y="276995"/>
                  </a:lnTo>
                  <a:lnTo>
                    <a:pt x="254000" y="415493"/>
                  </a:lnTo>
                  <a:lnTo>
                    <a:pt x="127000" y="415493"/>
                  </a:lnTo>
                  <a:cubicBezTo>
                    <a:pt x="127000" y="484742"/>
                    <a:pt x="127000" y="623239"/>
                    <a:pt x="127000" y="692488"/>
                  </a:cubicBezTo>
                  <a:lnTo>
                    <a:pt x="0" y="692488"/>
                  </a:lnTo>
                  <a:cubicBezTo>
                    <a:pt x="0" y="2538662"/>
                    <a:pt x="0" y="4386221"/>
                    <a:pt x="0" y="6232394"/>
                  </a:cubicBezTo>
                  <a:lnTo>
                    <a:pt x="127000" y="6232394"/>
                  </a:lnTo>
                  <a:cubicBezTo>
                    <a:pt x="127000" y="6301643"/>
                    <a:pt x="127000" y="6440141"/>
                    <a:pt x="127000" y="6509389"/>
                  </a:cubicBezTo>
                  <a:lnTo>
                    <a:pt x="254000" y="6509389"/>
                  </a:lnTo>
                  <a:lnTo>
                    <a:pt x="254000" y="6647887"/>
                  </a:lnTo>
                  <a:lnTo>
                    <a:pt x="381000" y="6647887"/>
                  </a:lnTo>
                  <a:lnTo>
                    <a:pt x="381000" y="6786385"/>
                  </a:lnTo>
                  <a:cubicBezTo>
                    <a:pt x="444500" y="6786385"/>
                    <a:pt x="571500" y="6786385"/>
                    <a:pt x="635000" y="6786385"/>
                  </a:cubicBezTo>
                  <a:lnTo>
                    <a:pt x="635000" y="6924882"/>
                  </a:lnTo>
                  <a:cubicBezTo>
                    <a:pt x="2242820" y="6924882"/>
                    <a:pt x="3853180" y="6924882"/>
                    <a:pt x="5461000" y="6924882"/>
                  </a:cubicBezTo>
                  <a:lnTo>
                    <a:pt x="5461000" y="6786385"/>
                  </a:lnTo>
                  <a:cubicBezTo>
                    <a:pt x="5524500" y="6786385"/>
                    <a:pt x="5651500" y="6786385"/>
                    <a:pt x="5715000" y="6786385"/>
                  </a:cubicBezTo>
                  <a:lnTo>
                    <a:pt x="5715000" y="6647887"/>
                  </a:lnTo>
                  <a:lnTo>
                    <a:pt x="5842000" y="6647887"/>
                  </a:lnTo>
                  <a:lnTo>
                    <a:pt x="5842000" y="6509389"/>
                  </a:lnTo>
                  <a:lnTo>
                    <a:pt x="5969000" y="6509389"/>
                  </a:lnTo>
                  <a:cubicBezTo>
                    <a:pt x="5969000" y="6440141"/>
                    <a:pt x="5969000" y="6301643"/>
                    <a:pt x="5969000" y="6232394"/>
                  </a:cubicBezTo>
                  <a:lnTo>
                    <a:pt x="6096000" y="6232394"/>
                  </a:lnTo>
                  <a:cubicBezTo>
                    <a:pt x="6096000" y="4386221"/>
                    <a:pt x="6096000" y="2538662"/>
                    <a:pt x="6096000" y="692488"/>
                  </a:cubicBezTo>
                  <a:lnTo>
                    <a:pt x="5969000" y="692488"/>
                  </a:lnTo>
                  <a:close/>
                </a:path>
              </a:pathLst>
            </a:custGeom>
            <a:blipFill>
              <a:blip r:embed="rId10"/>
              <a:stretch>
                <a:fillRect l="0" t="-17" r="0" b="-17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-1522971" y="7222783"/>
            <a:ext cx="4490455" cy="4490455"/>
          </a:xfrm>
          <a:custGeom>
            <a:avLst/>
            <a:gdLst/>
            <a:ahLst/>
            <a:cxnLst/>
            <a:rect r="r" b="b" t="t" l="l"/>
            <a:pathLst>
              <a:path h="4490455" w="4490455">
                <a:moveTo>
                  <a:pt x="0" y="0"/>
                </a:moveTo>
                <a:lnTo>
                  <a:pt x="4490455" y="0"/>
                </a:lnTo>
                <a:lnTo>
                  <a:pt x="4490455" y="4490455"/>
                </a:lnTo>
                <a:lnTo>
                  <a:pt x="0" y="449045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710944" y="6034810"/>
            <a:ext cx="6866401" cy="6866401"/>
          </a:xfrm>
          <a:custGeom>
            <a:avLst/>
            <a:gdLst/>
            <a:ahLst/>
            <a:cxnLst/>
            <a:rect r="r" b="b" t="t" l="l"/>
            <a:pathLst>
              <a:path h="6866401" w="6866401">
                <a:moveTo>
                  <a:pt x="0" y="0"/>
                </a:moveTo>
                <a:lnTo>
                  <a:pt x="6866401" y="0"/>
                </a:lnTo>
                <a:lnTo>
                  <a:pt x="6866401" y="6866401"/>
                </a:lnTo>
                <a:lnTo>
                  <a:pt x="0" y="68664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606948" y="4168092"/>
            <a:ext cx="5761549" cy="4215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Capas del proyecto: Model (Pokémon, Entrenador, Pokedex), Combate (lógica de batalla), Patrones (implementaciones GoF), GUI (interfaz), SQL_Conexion (persistencia).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Un PokemonGameFacade centraliza el acceso: la GUI nunca habla directamente con Pokedex, Entrenador o Combate.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Diseño pensado para que cada capa se pueda modificar de forma independiente.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444848" y="2316776"/>
            <a:ext cx="6483013" cy="178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ARQUITECTURA GENERAL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21029" y="8384137"/>
            <a:ext cx="4009865" cy="1902863"/>
          </a:xfrm>
          <a:custGeom>
            <a:avLst/>
            <a:gdLst/>
            <a:ahLst/>
            <a:cxnLst/>
            <a:rect r="r" b="b" t="t" l="l"/>
            <a:pathLst>
              <a:path h="1902863" w="4009865">
                <a:moveTo>
                  <a:pt x="0" y="0"/>
                </a:moveTo>
                <a:lnTo>
                  <a:pt x="4009865" y="0"/>
                </a:lnTo>
                <a:lnTo>
                  <a:pt x="4009865" y="1902863"/>
                </a:lnTo>
                <a:lnTo>
                  <a:pt x="0" y="19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3319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32334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2586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166938" y="0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02358" y="345913"/>
            <a:ext cx="4233199" cy="1477771"/>
          </a:xfrm>
          <a:custGeom>
            <a:avLst/>
            <a:gdLst/>
            <a:ahLst/>
            <a:cxnLst/>
            <a:rect r="r" b="b" t="t" l="l"/>
            <a:pathLst>
              <a:path h="1477771" w="4233199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-1508489" y="9161128"/>
            <a:ext cx="8277094" cy="1125872"/>
            <a:chOff x="0" y="0"/>
            <a:chExt cx="11036125" cy="15011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798687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652356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6571" y="4511871"/>
            <a:ext cx="4941474" cy="4189428"/>
            <a:chOff x="0" y="0"/>
            <a:chExt cx="958706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10"/>
              <a:stretch>
                <a:fillRect l="-27527" t="0" r="-27778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08435" y="123730"/>
            <a:ext cx="12130934" cy="2682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100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PATRONES CREACIONALES (EL "CÓMO" SE CONSTRUYE)</a:t>
            </a:r>
          </a:p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622746" y="2152470"/>
            <a:ext cx="433623" cy="677751"/>
            <a:chOff x="0" y="0"/>
            <a:chExt cx="520027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0027" cy="812800"/>
            </a:xfrm>
            <a:custGeom>
              <a:avLst/>
              <a:gdLst/>
              <a:ahLst/>
              <a:cxnLst/>
              <a:rect r="r" b="b" t="t" l="l"/>
              <a:pathLst>
                <a:path h="812800" w="520027">
                  <a:moveTo>
                    <a:pt x="0" y="0"/>
                  </a:moveTo>
                  <a:lnTo>
                    <a:pt x="520027" y="0"/>
                  </a:lnTo>
                  <a:lnTo>
                    <a:pt x="5200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200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473902" y="2177021"/>
            <a:ext cx="433623" cy="677751"/>
            <a:chOff x="0" y="0"/>
            <a:chExt cx="520027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0027" cy="812800"/>
            </a:xfrm>
            <a:custGeom>
              <a:avLst/>
              <a:gdLst/>
              <a:ahLst/>
              <a:cxnLst/>
              <a:rect r="r" b="b" t="t" l="l"/>
              <a:pathLst>
                <a:path h="812800" w="520027">
                  <a:moveTo>
                    <a:pt x="0" y="0"/>
                  </a:moveTo>
                  <a:lnTo>
                    <a:pt x="520027" y="0"/>
                  </a:lnTo>
                  <a:lnTo>
                    <a:pt x="5200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5200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166938" y="2152470"/>
            <a:ext cx="547722" cy="677751"/>
            <a:chOff x="0" y="0"/>
            <a:chExt cx="656862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6862" cy="812800"/>
            </a:xfrm>
            <a:custGeom>
              <a:avLst/>
              <a:gdLst/>
              <a:ahLst/>
              <a:cxnLst/>
              <a:rect r="r" b="b" t="t" l="l"/>
              <a:pathLst>
                <a:path h="812800" w="656862">
                  <a:moveTo>
                    <a:pt x="0" y="0"/>
                  </a:moveTo>
                  <a:lnTo>
                    <a:pt x="656862" y="0"/>
                  </a:lnTo>
                  <a:lnTo>
                    <a:pt x="65686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65686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903684" y="4511871"/>
            <a:ext cx="4941474" cy="4189428"/>
            <a:chOff x="0" y="0"/>
            <a:chExt cx="958706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11"/>
              <a:stretch>
                <a:fillRect l="-63815" t="-10455" r="-62768" b="-3543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2539369" y="4511871"/>
            <a:ext cx="4941474" cy="4189428"/>
            <a:chOff x="0" y="0"/>
            <a:chExt cx="958706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12"/>
              <a:stretch>
                <a:fillRect l="-27652" t="0" r="-27652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true" flipV="false" rot="-6619137">
            <a:off x="16363358" y="65837"/>
            <a:ext cx="1730696" cy="1618313"/>
          </a:xfrm>
          <a:custGeom>
            <a:avLst/>
            <a:gdLst/>
            <a:ahLst/>
            <a:cxnLst/>
            <a:rect r="r" b="b" t="t" l="l"/>
            <a:pathLst>
              <a:path h="1618313" w="1730696">
                <a:moveTo>
                  <a:pt x="1730695" y="0"/>
                </a:moveTo>
                <a:lnTo>
                  <a:pt x="0" y="0"/>
                </a:lnTo>
                <a:lnTo>
                  <a:pt x="0" y="1618313"/>
                </a:lnTo>
                <a:lnTo>
                  <a:pt x="1730695" y="1618313"/>
                </a:lnTo>
                <a:lnTo>
                  <a:pt x="1730695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82310" y="2129396"/>
            <a:ext cx="4081910" cy="21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Builder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: PokemonBuilder y Ataque.Builder. Evita constructores con 9 parámetros. Construcción paso a paso.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0853" y="2309418"/>
            <a:ext cx="31741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333466" y="2153946"/>
            <a:ext cx="4081910" cy="21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Singleton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: TablaTipos, Calculadora, Pokedex. Garantiza una única instancia en memoria para datos globales.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32009" y="2333968"/>
            <a:ext cx="31741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52679" y="2129396"/>
            <a:ext cx="4293143" cy="2174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Prototype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: Pokemon.clonar(). Permite copiar equipos para el combate sin alterar el catálogo original.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2240334" y="2309418"/>
            <a:ext cx="40093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536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26536" y="5535990"/>
            <a:ext cx="4362291" cy="4751010"/>
          </a:xfrm>
          <a:custGeom>
            <a:avLst/>
            <a:gdLst/>
            <a:ahLst/>
            <a:cxnLst/>
            <a:rect r="r" b="b" t="t" l="l"/>
            <a:pathLst>
              <a:path h="4751010" w="4362291">
                <a:moveTo>
                  <a:pt x="0" y="0"/>
                </a:moveTo>
                <a:lnTo>
                  <a:pt x="4362290" y="0"/>
                </a:lnTo>
                <a:lnTo>
                  <a:pt x="4362290" y="4751010"/>
                </a:lnTo>
                <a:lnTo>
                  <a:pt x="0" y="4751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28700" y="13665"/>
            <a:ext cx="2697380" cy="2697380"/>
          </a:xfrm>
          <a:custGeom>
            <a:avLst/>
            <a:gdLst/>
            <a:ahLst/>
            <a:cxnLst/>
            <a:rect r="r" b="b" t="t" l="l"/>
            <a:pathLst>
              <a:path h="2697380" w="2697380">
                <a:moveTo>
                  <a:pt x="2697380" y="0"/>
                </a:moveTo>
                <a:lnTo>
                  <a:pt x="0" y="0"/>
                </a:lnTo>
                <a:lnTo>
                  <a:pt x="0" y="2697380"/>
                </a:lnTo>
                <a:lnTo>
                  <a:pt x="2697380" y="2697380"/>
                </a:lnTo>
                <a:lnTo>
                  <a:pt x="269738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2664609" y="1028700"/>
            <a:ext cx="4819218" cy="1682345"/>
          </a:xfrm>
          <a:custGeom>
            <a:avLst/>
            <a:gdLst/>
            <a:ahLst/>
            <a:cxnLst/>
            <a:rect r="r" b="b" t="t" l="l"/>
            <a:pathLst>
              <a:path h="1682345" w="4819218">
                <a:moveTo>
                  <a:pt x="4819218" y="0"/>
                </a:moveTo>
                <a:lnTo>
                  <a:pt x="0" y="0"/>
                </a:lnTo>
                <a:lnTo>
                  <a:pt x="0" y="1682345"/>
                </a:lnTo>
                <a:lnTo>
                  <a:pt x="4819218" y="1682345"/>
                </a:lnTo>
                <a:lnTo>
                  <a:pt x="481921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532405" y="8810"/>
            <a:ext cx="14639940" cy="268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1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PAT</a:t>
            </a:r>
            <a:r>
              <a:rPr lang="en-US" sz="5000" spc="-100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RONES ESTRUCTURALES (ORGANIZACIÓN DE COMPONENTES)</a:t>
            </a:r>
          </a:p>
          <a:p>
            <a:pPr algn="r" marL="0" indent="0" lvl="0">
              <a:lnSpc>
                <a:spcPts val="7000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9682720" y="3098570"/>
            <a:ext cx="677751" cy="677751"/>
            <a:chOff x="0" y="0"/>
            <a:chExt cx="903667" cy="903667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C383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21094" y="225139"/>
              <a:ext cx="661480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D3D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652817" y="7332535"/>
            <a:ext cx="2712736" cy="2954465"/>
          </a:xfrm>
          <a:custGeom>
            <a:avLst/>
            <a:gdLst/>
            <a:ahLst/>
            <a:cxnLst/>
            <a:rect r="r" b="b" t="t" l="l"/>
            <a:pathLst>
              <a:path h="2954465" w="2712736">
                <a:moveTo>
                  <a:pt x="0" y="0"/>
                </a:moveTo>
                <a:lnTo>
                  <a:pt x="2712736" y="0"/>
                </a:lnTo>
                <a:lnTo>
                  <a:pt x="2712736" y="2954465"/>
                </a:lnTo>
                <a:lnTo>
                  <a:pt x="0" y="29544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445163" y="335467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81650" y="7222783"/>
            <a:ext cx="631771" cy="631771"/>
          </a:xfrm>
          <a:custGeom>
            <a:avLst/>
            <a:gdLst/>
            <a:ahLst/>
            <a:cxnLst/>
            <a:rect r="r" b="b" t="t" l="l"/>
            <a:pathLst>
              <a:path h="631771" w="631771">
                <a:moveTo>
                  <a:pt x="0" y="0"/>
                </a:moveTo>
                <a:lnTo>
                  <a:pt x="631772" y="0"/>
                </a:lnTo>
                <a:lnTo>
                  <a:pt x="631772" y="631771"/>
                </a:lnTo>
                <a:lnTo>
                  <a:pt x="0" y="631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8997190" y="9247358"/>
            <a:ext cx="464527" cy="464527"/>
          </a:xfrm>
          <a:custGeom>
            <a:avLst/>
            <a:gdLst/>
            <a:ahLst/>
            <a:cxnLst/>
            <a:rect r="r" b="b" t="t" l="l"/>
            <a:pathLst>
              <a:path h="464527" w="464527">
                <a:moveTo>
                  <a:pt x="464527" y="0"/>
                </a:moveTo>
                <a:lnTo>
                  <a:pt x="0" y="0"/>
                </a:lnTo>
                <a:lnTo>
                  <a:pt x="0" y="464527"/>
                </a:lnTo>
                <a:lnTo>
                  <a:pt x="464527" y="464527"/>
                </a:lnTo>
                <a:lnTo>
                  <a:pt x="464527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808942" y="8292495"/>
            <a:ext cx="464527" cy="464527"/>
          </a:xfrm>
          <a:custGeom>
            <a:avLst/>
            <a:gdLst/>
            <a:ahLst/>
            <a:cxnLst/>
            <a:rect r="r" b="b" t="t" l="l"/>
            <a:pathLst>
              <a:path h="464527" w="464527">
                <a:moveTo>
                  <a:pt x="0" y="0"/>
                </a:moveTo>
                <a:lnTo>
                  <a:pt x="464527" y="0"/>
                </a:lnTo>
                <a:lnTo>
                  <a:pt x="464527" y="464527"/>
                </a:lnTo>
                <a:lnTo>
                  <a:pt x="0" y="464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4812373" y="9088675"/>
            <a:ext cx="557815" cy="557815"/>
          </a:xfrm>
          <a:custGeom>
            <a:avLst/>
            <a:gdLst/>
            <a:ahLst/>
            <a:cxnLst/>
            <a:rect r="r" b="b" t="t" l="l"/>
            <a:pathLst>
              <a:path h="557815" w="557815">
                <a:moveTo>
                  <a:pt x="557815" y="0"/>
                </a:moveTo>
                <a:lnTo>
                  <a:pt x="0" y="0"/>
                </a:lnTo>
                <a:lnTo>
                  <a:pt x="0" y="557815"/>
                </a:lnTo>
                <a:lnTo>
                  <a:pt x="557815" y="557815"/>
                </a:lnTo>
                <a:lnTo>
                  <a:pt x="55781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857246" y="7921290"/>
            <a:ext cx="557815" cy="557815"/>
          </a:xfrm>
          <a:custGeom>
            <a:avLst/>
            <a:gdLst/>
            <a:ahLst/>
            <a:cxnLst/>
            <a:rect r="r" b="b" t="t" l="l"/>
            <a:pathLst>
              <a:path h="557815" w="557815">
                <a:moveTo>
                  <a:pt x="0" y="0"/>
                </a:moveTo>
                <a:lnTo>
                  <a:pt x="557815" y="0"/>
                </a:lnTo>
                <a:lnTo>
                  <a:pt x="557815" y="557815"/>
                </a:lnTo>
                <a:lnTo>
                  <a:pt x="0" y="5578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75740" y="8639250"/>
            <a:ext cx="449425" cy="449425"/>
          </a:xfrm>
          <a:custGeom>
            <a:avLst/>
            <a:gdLst/>
            <a:ahLst/>
            <a:cxnLst/>
            <a:rect r="r" b="b" t="t" l="l"/>
            <a:pathLst>
              <a:path h="449425" w="449425">
                <a:moveTo>
                  <a:pt x="0" y="0"/>
                </a:moveTo>
                <a:lnTo>
                  <a:pt x="449425" y="0"/>
                </a:lnTo>
                <a:lnTo>
                  <a:pt x="449425" y="449425"/>
                </a:lnTo>
                <a:lnTo>
                  <a:pt x="0" y="449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0">
            <a:off x="3336932" y="9088675"/>
            <a:ext cx="390946" cy="390946"/>
          </a:xfrm>
          <a:custGeom>
            <a:avLst/>
            <a:gdLst/>
            <a:ahLst/>
            <a:cxnLst/>
            <a:rect r="r" b="b" t="t" l="l"/>
            <a:pathLst>
              <a:path h="390946" w="390946">
                <a:moveTo>
                  <a:pt x="390946" y="0"/>
                </a:moveTo>
                <a:lnTo>
                  <a:pt x="0" y="0"/>
                </a:lnTo>
                <a:lnTo>
                  <a:pt x="0" y="390946"/>
                </a:lnTo>
                <a:lnTo>
                  <a:pt x="390946" y="390946"/>
                </a:lnTo>
                <a:lnTo>
                  <a:pt x="39094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368681" y="5439469"/>
            <a:ext cx="631771" cy="631771"/>
          </a:xfrm>
          <a:custGeom>
            <a:avLst/>
            <a:gdLst/>
            <a:ahLst/>
            <a:cxnLst/>
            <a:rect r="r" b="b" t="t" l="l"/>
            <a:pathLst>
              <a:path h="631771" w="631771">
                <a:moveTo>
                  <a:pt x="0" y="0"/>
                </a:moveTo>
                <a:lnTo>
                  <a:pt x="631771" y="0"/>
                </a:lnTo>
                <a:lnTo>
                  <a:pt x="631771" y="631771"/>
                </a:lnTo>
                <a:lnTo>
                  <a:pt x="0" y="6317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794773" y="5500101"/>
            <a:ext cx="464527" cy="464527"/>
          </a:xfrm>
          <a:custGeom>
            <a:avLst/>
            <a:gdLst/>
            <a:ahLst/>
            <a:cxnLst/>
            <a:rect r="r" b="b" t="t" l="l"/>
            <a:pathLst>
              <a:path h="464527" w="464527">
                <a:moveTo>
                  <a:pt x="0" y="0"/>
                </a:moveTo>
                <a:lnTo>
                  <a:pt x="464527" y="0"/>
                </a:lnTo>
                <a:lnTo>
                  <a:pt x="464527" y="464527"/>
                </a:lnTo>
                <a:lnTo>
                  <a:pt x="0" y="4645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682720" y="6545033"/>
            <a:ext cx="677751" cy="677751"/>
            <a:chOff x="0" y="0"/>
            <a:chExt cx="903667" cy="90366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903667" cy="903667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C3839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812800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125879" y="225157"/>
              <a:ext cx="661480" cy="405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D3D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48170" y="2452625"/>
            <a:ext cx="6166730" cy="6166730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8875" y="0"/>
                  </a:moveTo>
                  <a:lnTo>
                    <a:pt x="783925" y="0"/>
                  </a:lnTo>
                  <a:cubicBezTo>
                    <a:pt x="799872" y="0"/>
                    <a:pt x="812800" y="12928"/>
                    <a:pt x="812800" y="28875"/>
                  </a:cubicBezTo>
                  <a:lnTo>
                    <a:pt x="812800" y="783925"/>
                  </a:lnTo>
                  <a:cubicBezTo>
                    <a:pt x="812800" y="799872"/>
                    <a:pt x="799872" y="812800"/>
                    <a:pt x="783925" y="812800"/>
                  </a:cubicBezTo>
                  <a:lnTo>
                    <a:pt x="28875" y="812800"/>
                  </a:lnTo>
                  <a:cubicBezTo>
                    <a:pt x="12928" y="812800"/>
                    <a:pt x="0" y="799872"/>
                    <a:pt x="0" y="783925"/>
                  </a:cubicBezTo>
                  <a:lnTo>
                    <a:pt x="0" y="28875"/>
                  </a:lnTo>
                  <a:cubicBezTo>
                    <a:pt x="0" y="12928"/>
                    <a:pt x="12928" y="0"/>
                    <a:pt x="28875" y="0"/>
                  </a:cubicBezTo>
                  <a:close/>
                </a:path>
              </a:pathLst>
            </a:custGeom>
            <a:blipFill>
              <a:blip r:embed="rId14"/>
              <a:stretch>
                <a:fillRect l="-45317" t="0" r="-37866" b="0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true" flipV="false" rot="0">
            <a:off x="206463" y="8618230"/>
            <a:ext cx="1644474" cy="1722782"/>
          </a:xfrm>
          <a:custGeom>
            <a:avLst/>
            <a:gdLst/>
            <a:ahLst/>
            <a:cxnLst/>
            <a:rect r="r" b="b" t="t" l="l"/>
            <a:pathLst>
              <a:path h="1722782" w="1644474">
                <a:moveTo>
                  <a:pt x="1644474" y="0"/>
                </a:moveTo>
                <a:lnTo>
                  <a:pt x="0" y="0"/>
                </a:lnTo>
                <a:lnTo>
                  <a:pt x="0" y="1722782"/>
                </a:lnTo>
                <a:lnTo>
                  <a:pt x="1644474" y="1722782"/>
                </a:lnTo>
                <a:lnTo>
                  <a:pt x="1644474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026214" y="3046920"/>
            <a:ext cx="6380005" cy="995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Facade: PokemonGameFacade. Oculta la complejidad del sistema a la GUI.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026214" y="5996747"/>
            <a:ext cx="6380005" cy="297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Composite: ItemMochila, Pocion, MochilaGrupo.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Sentido práctico: Tratar un ítem individual y un grupo de ítems de la misma forma.</a:t>
            </a:r>
          </a:p>
          <a:p>
            <a:pPr algn="just" marL="0" indent="0" lvl="0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21029" y="8384137"/>
            <a:ext cx="4009865" cy="1902863"/>
          </a:xfrm>
          <a:custGeom>
            <a:avLst/>
            <a:gdLst/>
            <a:ahLst/>
            <a:cxnLst/>
            <a:rect r="r" b="b" t="t" l="l"/>
            <a:pathLst>
              <a:path h="1902863" w="4009865">
                <a:moveTo>
                  <a:pt x="0" y="0"/>
                </a:moveTo>
                <a:lnTo>
                  <a:pt x="4009865" y="0"/>
                </a:lnTo>
                <a:lnTo>
                  <a:pt x="4009865" y="1902863"/>
                </a:lnTo>
                <a:lnTo>
                  <a:pt x="0" y="19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3319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32334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2586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508489" y="9161128"/>
            <a:ext cx="8277094" cy="1125872"/>
            <a:chOff x="0" y="0"/>
            <a:chExt cx="11036125" cy="15011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798687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652356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39558" y="4511871"/>
            <a:ext cx="4941474" cy="4189428"/>
            <a:chOff x="0" y="0"/>
            <a:chExt cx="958706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8"/>
              <a:stretch>
                <a:fillRect l="-34045" t="0" r="-2126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08435" y="123730"/>
            <a:ext cx="16461726" cy="2682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100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PATRONES DE COMPORTAMEINTO (EL "CÓMO" INTERACTUAN)</a:t>
            </a:r>
          </a:p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622746" y="2152470"/>
            <a:ext cx="433623" cy="677751"/>
            <a:chOff x="0" y="0"/>
            <a:chExt cx="520027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027" cy="812800"/>
            </a:xfrm>
            <a:custGeom>
              <a:avLst/>
              <a:gdLst/>
              <a:ahLst/>
              <a:cxnLst/>
              <a:rect r="r" b="b" t="t" l="l"/>
              <a:pathLst>
                <a:path h="812800" w="520027">
                  <a:moveTo>
                    <a:pt x="0" y="0"/>
                  </a:moveTo>
                  <a:lnTo>
                    <a:pt x="520027" y="0"/>
                  </a:lnTo>
                  <a:lnTo>
                    <a:pt x="5200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200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73902" y="2177021"/>
            <a:ext cx="433623" cy="677751"/>
            <a:chOff x="0" y="0"/>
            <a:chExt cx="520027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0027" cy="812800"/>
            </a:xfrm>
            <a:custGeom>
              <a:avLst/>
              <a:gdLst/>
              <a:ahLst/>
              <a:cxnLst/>
              <a:rect r="r" b="b" t="t" l="l"/>
              <a:pathLst>
                <a:path h="812800" w="520027">
                  <a:moveTo>
                    <a:pt x="0" y="0"/>
                  </a:moveTo>
                  <a:lnTo>
                    <a:pt x="520027" y="0"/>
                  </a:lnTo>
                  <a:lnTo>
                    <a:pt x="520027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20027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66938" y="2152470"/>
            <a:ext cx="547722" cy="677751"/>
            <a:chOff x="0" y="0"/>
            <a:chExt cx="656862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6862" cy="812800"/>
            </a:xfrm>
            <a:custGeom>
              <a:avLst/>
              <a:gdLst/>
              <a:ahLst/>
              <a:cxnLst/>
              <a:rect r="r" b="b" t="t" l="l"/>
              <a:pathLst>
                <a:path h="812800" w="656862">
                  <a:moveTo>
                    <a:pt x="0" y="0"/>
                  </a:moveTo>
                  <a:lnTo>
                    <a:pt x="656862" y="0"/>
                  </a:lnTo>
                  <a:lnTo>
                    <a:pt x="65686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8C383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56862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903684" y="4511871"/>
            <a:ext cx="4941474" cy="4189428"/>
            <a:chOff x="0" y="0"/>
            <a:chExt cx="958706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9"/>
              <a:stretch>
                <a:fillRect l="-63815" t="-10455" r="-62768" b="-3543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130511" y="4511871"/>
            <a:ext cx="4941474" cy="4189428"/>
            <a:chOff x="0" y="0"/>
            <a:chExt cx="958706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8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58706">
                  <a:moveTo>
                    <a:pt x="36035" y="0"/>
                  </a:moveTo>
                  <a:lnTo>
                    <a:pt x="922671" y="0"/>
                  </a:lnTo>
                  <a:cubicBezTo>
                    <a:pt x="942573" y="0"/>
                    <a:pt x="958706" y="16133"/>
                    <a:pt x="958706" y="36035"/>
                  </a:cubicBezTo>
                  <a:lnTo>
                    <a:pt x="958706" y="776765"/>
                  </a:lnTo>
                  <a:cubicBezTo>
                    <a:pt x="958706" y="796667"/>
                    <a:pt x="942573" y="812800"/>
                    <a:pt x="922671" y="812800"/>
                  </a:cubicBezTo>
                  <a:lnTo>
                    <a:pt x="36035" y="812800"/>
                  </a:lnTo>
                  <a:cubicBezTo>
                    <a:pt x="16133" y="812800"/>
                    <a:pt x="0" y="796667"/>
                    <a:pt x="0" y="776765"/>
                  </a:cubicBezTo>
                  <a:lnTo>
                    <a:pt x="0" y="36035"/>
                  </a:lnTo>
                  <a:cubicBezTo>
                    <a:pt x="0" y="16133"/>
                    <a:pt x="16133" y="0"/>
                    <a:pt x="36035" y="0"/>
                  </a:cubicBezTo>
                  <a:close/>
                </a:path>
              </a:pathLst>
            </a:custGeom>
            <a:blipFill>
              <a:blip r:embed="rId10"/>
              <a:stretch>
                <a:fillRect l="-41018" t="0" r="-14286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4094663" y="7222783"/>
            <a:ext cx="5625724" cy="5625724"/>
          </a:xfrm>
          <a:custGeom>
            <a:avLst/>
            <a:gdLst/>
            <a:ahLst/>
            <a:cxnLst/>
            <a:rect r="r" b="b" t="t" l="l"/>
            <a:pathLst>
              <a:path h="5625724" w="5625724">
                <a:moveTo>
                  <a:pt x="0" y="0"/>
                </a:moveTo>
                <a:lnTo>
                  <a:pt x="5625724" y="0"/>
                </a:lnTo>
                <a:lnTo>
                  <a:pt x="5625724" y="5625724"/>
                </a:lnTo>
                <a:lnTo>
                  <a:pt x="0" y="56257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482310" y="2129396"/>
            <a:ext cx="4081910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State: E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l Pokémon delega su comportamiento de turno (iniciarTurno(), finalTurno()) al estado activo.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0853" y="2309418"/>
            <a:ext cx="31741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333466" y="2153946"/>
            <a:ext cx="408191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Mementor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: Guarda y restaura el estado inicial del combate.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32009" y="2333968"/>
            <a:ext cx="31741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143285" y="2104845"/>
            <a:ext cx="4807236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Observer</a:t>
            </a:r>
            <a:r>
              <a:rPr lang="en-US" sz="24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: Desacopla la lógica del combate de la presentación (consola, GUI, bitácora). Combate mantiene una lista de observadores y notifica eventos 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2240334" y="2309418"/>
            <a:ext cx="400930" cy="316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415856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121029" y="8384137"/>
            <a:ext cx="4009865" cy="1902863"/>
          </a:xfrm>
          <a:custGeom>
            <a:avLst/>
            <a:gdLst/>
            <a:ahLst/>
            <a:cxnLst/>
            <a:rect r="r" b="b" t="t" l="l"/>
            <a:pathLst>
              <a:path h="1902863" w="4009865">
                <a:moveTo>
                  <a:pt x="0" y="0"/>
                </a:moveTo>
                <a:lnTo>
                  <a:pt x="4009865" y="0"/>
                </a:lnTo>
                <a:lnTo>
                  <a:pt x="4009865" y="1902863"/>
                </a:lnTo>
                <a:lnTo>
                  <a:pt x="0" y="1902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83319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332334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22586" y="9161128"/>
            <a:ext cx="2537827" cy="1125872"/>
          </a:xfrm>
          <a:custGeom>
            <a:avLst/>
            <a:gdLst/>
            <a:ahLst/>
            <a:cxnLst/>
            <a:rect r="r" b="b" t="t" l="l"/>
            <a:pathLst>
              <a:path h="1125872" w="2537827">
                <a:moveTo>
                  <a:pt x="0" y="0"/>
                </a:moveTo>
                <a:lnTo>
                  <a:pt x="2537827" y="0"/>
                </a:lnTo>
                <a:lnTo>
                  <a:pt x="2537827" y="1125872"/>
                </a:lnTo>
                <a:lnTo>
                  <a:pt x="0" y="11258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1508489" y="9161128"/>
            <a:ext cx="8277094" cy="1125872"/>
            <a:chOff x="0" y="0"/>
            <a:chExt cx="11036125" cy="150116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798687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652356" y="0"/>
              <a:ext cx="3383769" cy="1501163"/>
            </a:xfrm>
            <a:custGeom>
              <a:avLst/>
              <a:gdLst/>
              <a:ahLst/>
              <a:cxnLst/>
              <a:rect r="r" b="b" t="t" l="l"/>
              <a:pathLst>
                <a:path h="1501163" w="3383769">
                  <a:moveTo>
                    <a:pt x="0" y="0"/>
                  </a:moveTo>
                  <a:lnTo>
                    <a:pt x="3383769" y="0"/>
                  </a:lnTo>
                  <a:lnTo>
                    <a:pt x="3383769" y="1501163"/>
                  </a:lnTo>
                  <a:lnTo>
                    <a:pt x="0" y="15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674092" y="1943863"/>
            <a:ext cx="8585208" cy="5006170"/>
            <a:chOff x="0" y="0"/>
            <a:chExt cx="1393891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3891" cy="812800"/>
            </a:xfrm>
            <a:custGeom>
              <a:avLst/>
              <a:gdLst/>
              <a:ahLst/>
              <a:cxnLst/>
              <a:rect r="r" b="b" t="t" l="l"/>
              <a:pathLst>
                <a:path h="812800" w="1393891">
                  <a:moveTo>
                    <a:pt x="20741" y="0"/>
                  </a:moveTo>
                  <a:lnTo>
                    <a:pt x="1373151" y="0"/>
                  </a:lnTo>
                  <a:cubicBezTo>
                    <a:pt x="1378651" y="0"/>
                    <a:pt x="1383927" y="2185"/>
                    <a:pt x="1387817" y="6075"/>
                  </a:cubicBezTo>
                  <a:cubicBezTo>
                    <a:pt x="1391706" y="9964"/>
                    <a:pt x="1393891" y="15240"/>
                    <a:pt x="1393891" y="20741"/>
                  </a:cubicBezTo>
                  <a:lnTo>
                    <a:pt x="1393891" y="792059"/>
                  </a:lnTo>
                  <a:cubicBezTo>
                    <a:pt x="1393891" y="803514"/>
                    <a:pt x="1384605" y="812800"/>
                    <a:pt x="1373151" y="812800"/>
                  </a:cubicBezTo>
                  <a:lnTo>
                    <a:pt x="20741" y="812800"/>
                  </a:lnTo>
                  <a:cubicBezTo>
                    <a:pt x="9286" y="812800"/>
                    <a:pt x="0" y="803514"/>
                    <a:pt x="0" y="792059"/>
                  </a:cubicBezTo>
                  <a:lnTo>
                    <a:pt x="0" y="20741"/>
                  </a:lnTo>
                  <a:cubicBezTo>
                    <a:pt x="0" y="9286"/>
                    <a:pt x="9286" y="0"/>
                    <a:pt x="20741" y="0"/>
                  </a:cubicBezTo>
                  <a:close/>
                </a:path>
              </a:pathLst>
            </a:custGeom>
            <a:blipFill>
              <a:blip r:embed="rId8"/>
              <a:stretch>
                <a:fillRect l="-3408" t="0" r="-340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70740" y="548304"/>
            <a:ext cx="547722" cy="677751"/>
            <a:chOff x="0" y="0"/>
            <a:chExt cx="730296" cy="90366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730296" cy="903667"/>
              <a:chOff x="0" y="0"/>
              <a:chExt cx="656862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656862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656862">
                    <a:moveTo>
                      <a:pt x="0" y="0"/>
                    </a:moveTo>
                    <a:lnTo>
                      <a:pt x="656862" y="0"/>
                    </a:lnTo>
                    <a:lnTo>
                      <a:pt x="656862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8C383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47625"/>
                <a:ext cx="656862" cy="8604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7861" y="225139"/>
              <a:ext cx="534573" cy="405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19"/>
                </a:lnSpc>
                <a:spcBef>
                  <a:spcPct val="0"/>
                </a:spcBef>
              </a:pPr>
              <a:r>
                <a:rPr lang="en-US" b="true" sz="1799">
                  <a:solidFill>
                    <a:srgbClr val="FFD3DB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530900" y="7947739"/>
            <a:ext cx="2339261" cy="2339261"/>
          </a:xfrm>
          <a:custGeom>
            <a:avLst/>
            <a:gdLst/>
            <a:ahLst/>
            <a:cxnLst/>
            <a:rect r="r" b="b" t="t" l="l"/>
            <a:pathLst>
              <a:path h="2339261" w="2339261">
                <a:moveTo>
                  <a:pt x="0" y="0"/>
                </a:moveTo>
                <a:lnTo>
                  <a:pt x="2339261" y="0"/>
                </a:lnTo>
                <a:lnTo>
                  <a:pt x="2339261" y="2339261"/>
                </a:lnTo>
                <a:lnTo>
                  <a:pt x="0" y="23392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43357" y="1276759"/>
            <a:ext cx="6005284" cy="522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sz="2699" b="true">
                <a:solidFill>
                  <a:srgbClr val="2B4743"/>
                </a:solidFill>
                <a:latin typeface="Roboto Bold"/>
                <a:ea typeface="Roboto Bold"/>
                <a:cs typeface="Roboto Bold"/>
                <a:sym typeface="Roboto Bold"/>
              </a:rPr>
              <a:t>Strategy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-US" sz="26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efine distintas formas de elegir ataques.</a:t>
            </a:r>
          </a:p>
          <a:p>
            <a:pPr algn="just">
              <a:lnSpc>
                <a:spcPts val="3779"/>
              </a:lnSpc>
            </a:pPr>
            <a:r>
              <a:rPr lang="en-US" sz="26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Acción puntual: Entrenador.elegirAtaque() delega en la estrategia activa (SelectorAtaqueConsola, SelectorAtaqueGUI, SelectorAtaqueIA).</a:t>
            </a:r>
          </a:p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2B4743"/>
                </a:solidFill>
                <a:latin typeface="Roboto"/>
                <a:ea typeface="Roboto"/>
                <a:cs typeface="Roboto"/>
                <a:sym typeface="Roboto"/>
              </a:rPr>
              <a:t>Ejemplo: con setSelectorAtaque() se puede cambiar la fuente de decisión sin modificar Entrenador ni Combate.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36197" y="5817105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1377979" y="5903976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0" y="0"/>
                </a:moveTo>
                <a:lnTo>
                  <a:pt x="3543572" y="0"/>
                </a:lnTo>
                <a:lnTo>
                  <a:pt x="3543572" y="4607481"/>
                </a:lnTo>
                <a:lnTo>
                  <a:pt x="0" y="4607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578219" y="8664263"/>
            <a:ext cx="3419561" cy="1622737"/>
          </a:xfrm>
          <a:custGeom>
            <a:avLst/>
            <a:gdLst/>
            <a:ahLst/>
            <a:cxnLst/>
            <a:rect r="r" b="b" t="t" l="l"/>
            <a:pathLst>
              <a:path h="1622737" w="3419561">
                <a:moveTo>
                  <a:pt x="0" y="0"/>
                </a:moveTo>
                <a:lnTo>
                  <a:pt x="3419562" y="0"/>
                </a:lnTo>
                <a:lnTo>
                  <a:pt x="3419562" y="1622737"/>
                </a:lnTo>
                <a:lnTo>
                  <a:pt x="0" y="1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496685" y="0"/>
            <a:ext cx="3474012" cy="1212746"/>
          </a:xfrm>
          <a:custGeom>
            <a:avLst/>
            <a:gdLst/>
            <a:ahLst/>
            <a:cxnLst/>
            <a:rect r="r" b="b" t="t" l="l"/>
            <a:pathLst>
              <a:path h="1212746" w="3474012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23880" y="108699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8367398" y="335467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2" y="0"/>
                </a:moveTo>
                <a:lnTo>
                  <a:pt x="0" y="0"/>
                </a:lnTo>
                <a:lnTo>
                  <a:pt x="0" y="693233"/>
                </a:lnTo>
                <a:lnTo>
                  <a:pt x="3890592" y="693233"/>
                </a:lnTo>
                <a:lnTo>
                  <a:pt x="3890592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69038" y="3040077"/>
            <a:ext cx="5246370" cy="524637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3940" y="0"/>
                  </a:moveTo>
                  <a:lnTo>
                    <a:pt x="778860" y="0"/>
                  </a:lnTo>
                  <a:cubicBezTo>
                    <a:pt x="797604" y="0"/>
                    <a:pt x="812800" y="15196"/>
                    <a:pt x="812800" y="33940"/>
                  </a:cubicBezTo>
                  <a:lnTo>
                    <a:pt x="812800" y="778860"/>
                  </a:lnTo>
                  <a:cubicBezTo>
                    <a:pt x="812800" y="797604"/>
                    <a:pt x="797604" y="812800"/>
                    <a:pt x="778860" y="812800"/>
                  </a:cubicBezTo>
                  <a:lnTo>
                    <a:pt x="33940" y="812800"/>
                  </a:lnTo>
                  <a:cubicBezTo>
                    <a:pt x="15196" y="812800"/>
                    <a:pt x="0" y="797604"/>
                    <a:pt x="0" y="778860"/>
                  </a:cubicBezTo>
                  <a:lnTo>
                    <a:pt x="0" y="33940"/>
                  </a:lnTo>
                  <a:cubicBezTo>
                    <a:pt x="0" y="15196"/>
                    <a:pt x="15196" y="0"/>
                    <a:pt x="33940" y="0"/>
                  </a:cubicBezTo>
                  <a:close/>
                </a:path>
              </a:pathLst>
            </a:custGeom>
            <a:blipFill>
              <a:blip r:embed="rId12"/>
              <a:stretch>
                <a:fillRect l="-7853" t="0" r="-7853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-1564656">
            <a:off x="13914081" y="254015"/>
            <a:ext cx="2162162" cy="2089764"/>
          </a:xfrm>
          <a:custGeom>
            <a:avLst/>
            <a:gdLst/>
            <a:ahLst/>
            <a:cxnLst/>
            <a:rect r="r" b="b" t="t" l="l"/>
            <a:pathLst>
              <a:path h="2089764" w="2162162">
                <a:moveTo>
                  <a:pt x="0" y="0"/>
                </a:moveTo>
                <a:lnTo>
                  <a:pt x="2162163" y="0"/>
                </a:lnTo>
                <a:lnTo>
                  <a:pt x="2162163" y="2089763"/>
                </a:lnTo>
                <a:lnTo>
                  <a:pt x="0" y="20897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87409" t="-240439" r="0" b="-32946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240321" y="6662128"/>
            <a:ext cx="2164443" cy="2219194"/>
          </a:xfrm>
          <a:custGeom>
            <a:avLst/>
            <a:gdLst/>
            <a:ahLst/>
            <a:cxnLst/>
            <a:rect r="r" b="b" t="t" l="l"/>
            <a:pathLst>
              <a:path h="2219194" w="2164443">
                <a:moveTo>
                  <a:pt x="2164443" y="0"/>
                </a:moveTo>
                <a:lnTo>
                  <a:pt x="0" y="0"/>
                </a:lnTo>
                <a:lnTo>
                  <a:pt x="0" y="2219194"/>
                </a:lnTo>
                <a:lnTo>
                  <a:pt x="2164443" y="2219194"/>
                </a:lnTo>
                <a:lnTo>
                  <a:pt x="2164443" y="0"/>
                </a:lnTo>
                <a:close/>
              </a:path>
            </a:pathLst>
          </a:custGeom>
          <a:blipFill>
            <a:blip r:embed="rId13"/>
            <a:stretch>
              <a:fillRect l="-98167" t="-119230" r="-87054" b="-130069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4072" y="1146497"/>
            <a:ext cx="8750193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 PRINCIPIOS GRASP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6994" y="2371451"/>
            <a:ext cx="4541108" cy="135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Information Expert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910" y="4172578"/>
            <a:ext cx="3141259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Creador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65593" y="5029200"/>
            <a:ext cx="3720244" cy="135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Low Coupling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8539" y="7204820"/>
            <a:ext cx="3450138" cy="135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Higth Cohesion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42804" y="2496788"/>
            <a:ext cx="4352039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Controller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99364" y="3733769"/>
            <a:ext cx="4844874" cy="684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Polymorphism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64818" y="4930471"/>
            <a:ext cx="4723182" cy="135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Pure Fabrication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45889" y="6888463"/>
            <a:ext cx="4945753" cy="135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Protected Variations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09717"/>
            <a:ext cx="22374015" cy="6128433"/>
            <a:chOff x="0" y="0"/>
            <a:chExt cx="29832020" cy="8171245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true" flipV="false" rot="0">
              <a:off x="14916010" y="0"/>
              <a:ext cx="14916010" cy="8171245"/>
            </a:xfrm>
            <a:custGeom>
              <a:avLst/>
              <a:gdLst/>
              <a:ahLst/>
              <a:cxnLst/>
              <a:rect r="r" b="b" t="t" l="l"/>
              <a:pathLst>
                <a:path h="8171245" w="14916010">
                  <a:moveTo>
                    <a:pt x="14916010" y="0"/>
                  </a:moveTo>
                  <a:lnTo>
                    <a:pt x="0" y="0"/>
                  </a:lnTo>
                  <a:lnTo>
                    <a:pt x="0" y="8171245"/>
                  </a:lnTo>
                  <a:lnTo>
                    <a:pt x="14916010" y="8171245"/>
                  </a:lnTo>
                  <a:lnTo>
                    <a:pt x="14916010" y="0"/>
                  </a:lnTo>
                  <a:close/>
                </a:path>
              </a:pathLst>
            </a:custGeom>
            <a:blipFill>
              <a:blip r:embed="rId2">
                <a:alphaModFix amt="4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857659" y="4793869"/>
            <a:ext cx="5129322" cy="5435697"/>
          </a:xfrm>
          <a:custGeom>
            <a:avLst/>
            <a:gdLst/>
            <a:ahLst/>
            <a:cxnLst/>
            <a:rect r="r" b="b" t="t" l="l"/>
            <a:pathLst>
              <a:path h="5435697" w="5129322">
                <a:moveTo>
                  <a:pt x="0" y="0"/>
                </a:moveTo>
                <a:lnTo>
                  <a:pt x="5129322" y="0"/>
                </a:lnTo>
                <a:lnTo>
                  <a:pt x="5129322" y="5435697"/>
                </a:lnTo>
                <a:lnTo>
                  <a:pt x="0" y="54356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65145" y="9323915"/>
            <a:ext cx="3303035" cy="960883"/>
          </a:xfrm>
          <a:custGeom>
            <a:avLst/>
            <a:gdLst/>
            <a:ahLst/>
            <a:cxnLst/>
            <a:rect r="r" b="b" t="t" l="l"/>
            <a:pathLst>
              <a:path h="960883" w="3303035">
                <a:moveTo>
                  <a:pt x="0" y="0"/>
                </a:moveTo>
                <a:lnTo>
                  <a:pt x="3303035" y="0"/>
                </a:lnTo>
                <a:lnTo>
                  <a:pt x="3303035" y="960883"/>
                </a:lnTo>
                <a:lnTo>
                  <a:pt x="0" y="9608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4781946" y="359325"/>
            <a:ext cx="2697380" cy="2697380"/>
          </a:xfrm>
          <a:custGeom>
            <a:avLst/>
            <a:gdLst/>
            <a:ahLst/>
            <a:cxnLst/>
            <a:rect r="r" b="b" t="t" l="l"/>
            <a:pathLst>
              <a:path h="2697380" w="2697380">
                <a:moveTo>
                  <a:pt x="2697379" y="0"/>
                </a:moveTo>
                <a:lnTo>
                  <a:pt x="0" y="0"/>
                </a:lnTo>
                <a:lnTo>
                  <a:pt x="0" y="2697379"/>
                </a:lnTo>
                <a:lnTo>
                  <a:pt x="2697379" y="2697379"/>
                </a:lnTo>
                <a:lnTo>
                  <a:pt x="269737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49691" y="1752483"/>
            <a:ext cx="4819218" cy="1682345"/>
          </a:xfrm>
          <a:custGeom>
            <a:avLst/>
            <a:gdLst/>
            <a:ahLst/>
            <a:cxnLst/>
            <a:rect r="r" b="b" t="t" l="l"/>
            <a:pathLst>
              <a:path h="1682345" w="4819218">
                <a:moveTo>
                  <a:pt x="0" y="0"/>
                </a:moveTo>
                <a:lnTo>
                  <a:pt x="4819218" y="0"/>
                </a:lnTo>
                <a:lnTo>
                  <a:pt x="4819218" y="1682345"/>
                </a:lnTo>
                <a:lnTo>
                  <a:pt x="0" y="16823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591526" y="8981147"/>
            <a:ext cx="1095067" cy="1303651"/>
          </a:xfrm>
          <a:custGeom>
            <a:avLst/>
            <a:gdLst/>
            <a:ahLst/>
            <a:cxnLst/>
            <a:rect r="r" b="b" t="t" l="l"/>
            <a:pathLst>
              <a:path h="1303651" w="1095067">
                <a:moveTo>
                  <a:pt x="0" y="0"/>
                </a:moveTo>
                <a:lnTo>
                  <a:pt x="1095067" y="0"/>
                </a:lnTo>
                <a:lnTo>
                  <a:pt x="1095067" y="1303651"/>
                </a:lnTo>
                <a:lnTo>
                  <a:pt x="0" y="130365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84140" y="487707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0" y="0"/>
                </a:moveTo>
                <a:lnTo>
                  <a:pt x="3890591" y="0"/>
                </a:lnTo>
                <a:lnTo>
                  <a:pt x="3890591" y="693232"/>
                </a:lnTo>
                <a:lnTo>
                  <a:pt x="0" y="6932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6806308" y="9138125"/>
            <a:ext cx="963206" cy="1146673"/>
          </a:xfrm>
          <a:custGeom>
            <a:avLst/>
            <a:gdLst/>
            <a:ahLst/>
            <a:cxnLst/>
            <a:rect r="r" b="b" t="t" l="l"/>
            <a:pathLst>
              <a:path h="1146673" w="963206">
                <a:moveTo>
                  <a:pt x="963205" y="0"/>
                </a:moveTo>
                <a:lnTo>
                  <a:pt x="0" y="0"/>
                </a:lnTo>
                <a:lnTo>
                  <a:pt x="0" y="1146673"/>
                </a:lnTo>
                <a:lnTo>
                  <a:pt x="963205" y="1146673"/>
                </a:lnTo>
                <a:lnTo>
                  <a:pt x="96320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16663" y="9170932"/>
            <a:ext cx="3716138" cy="1081058"/>
          </a:xfrm>
          <a:custGeom>
            <a:avLst/>
            <a:gdLst/>
            <a:ahLst/>
            <a:cxnLst/>
            <a:rect r="r" b="b" t="t" l="l"/>
            <a:pathLst>
              <a:path h="1081058" w="3716138">
                <a:moveTo>
                  <a:pt x="0" y="0"/>
                </a:moveTo>
                <a:lnTo>
                  <a:pt x="3716137" y="0"/>
                </a:lnTo>
                <a:lnTo>
                  <a:pt x="3716137" y="1081058"/>
                </a:lnTo>
                <a:lnTo>
                  <a:pt x="0" y="10810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-542181" y="9170932"/>
            <a:ext cx="3716138" cy="1081058"/>
          </a:xfrm>
          <a:custGeom>
            <a:avLst/>
            <a:gdLst/>
            <a:ahLst/>
            <a:cxnLst/>
            <a:rect r="r" b="b" t="t" l="l"/>
            <a:pathLst>
              <a:path h="1081058" w="3716138">
                <a:moveTo>
                  <a:pt x="3716138" y="0"/>
                </a:moveTo>
                <a:lnTo>
                  <a:pt x="0" y="0"/>
                </a:lnTo>
                <a:lnTo>
                  <a:pt x="0" y="1081058"/>
                </a:lnTo>
                <a:lnTo>
                  <a:pt x="3716138" y="1081058"/>
                </a:lnTo>
                <a:lnTo>
                  <a:pt x="37161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86271" y="320991"/>
            <a:ext cx="2223732" cy="2568798"/>
          </a:xfrm>
          <a:custGeom>
            <a:avLst/>
            <a:gdLst/>
            <a:ahLst/>
            <a:cxnLst/>
            <a:rect r="r" b="b" t="t" l="l"/>
            <a:pathLst>
              <a:path h="2568798" w="2223732">
                <a:moveTo>
                  <a:pt x="0" y="0"/>
                </a:moveTo>
                <a:lnTo>
                  <a:pt x="2223732" y="0"/>
                </a:lnTo>
                <a:lnTo>
                  <a:pt x="2223732" y="2568798"/>
                </a:lnTo>
                <a:lnTo>
                  <a:pt x="0" y="256879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92496" t="0" r="-86043" b="-20276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21282" y="5803114"/>
            <a:ext cx="496110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D3DB"/>
                </a:solidFill>
                <a:latin typeface="Roboto Bold"/>
                <a:ea typeface="Roboto Bold"/>
                <a:cs typeface="Roboto Bold"/>
                <a:sym typeface="Roboto Bold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1498" y="681923"/>
            <a:ext cx="7078850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ANTIPATRONES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400678" y="2350990"/>
            <a:ext cx="5755283" cy="93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9"/>
              </a:lnSpc>
              <a:spcBef>
                <a:spcPct val="0"/>
              </a:spcBef>
            </a:pPr>
            <a:r>
              <a:rPr lang="en-US" sz="5199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God Object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00678" y="3826096"/>
            <a:ext cx="8980988" cy="934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codigo duplicado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00678" y="5653071"/>
            <a:ext cx="8535459" cy="1858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7279"/>
              </a:lnSpc>
              <a:spcBef>
                <a:spcPct val="0"/>
              </a:spcBef>
            </a:pPr>
            <a:r>
              <a:rPr lang="en-US" sz="5199" strike="noStrike" u="none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acoplamiento fuerte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536" y="5679519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0" y="0"/>
                </a:moveTo>
                <a:lnTo>
                  <a:pt x="3543571" y="0"/>
                </a:lnTo>
                <a:lnTo>
                  <a:pt x="3543571" y="4607481"/>
                </a:lnTo>
                <a:lnTo>
                  <a:pt x="0" y="460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744428" y="5635793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3543572" y="0"/>
                </a:moveTo>
                <a:lnTo>
                  <a:pt x="0" y="0"/>
                </a:lnTo>
                <a:lnTo>
                  <a:pt x="0" y="4607481"/>
                </a:lnTo>
                <a:lnTo>
                  <a:pt x="3543572" y="4607481"/>
                </a:lnTo>
                <a:lnTo>
                  <a:pt x="35435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2694" y="8620537"/>
            <a:ext cx="3419561" cy="1622737"/>
          </a:xfrm>
          <a:custGeom>
            <a:avLst/>
            <a:gdLst/>
            <a:ahLst/>
            <a:cxnLst/>
            <a:rect r="r" b="b" t="t" l="l"/>
            <a:pathLst>
              <a:path h="1622737" w="3419561">
                <a:moveTo>
                  <a:pt x="0" y="0"/>
                </a:moveTo>
                <a:lnTo>
                  <a:pt x="3419561" y="0"/>
                </a:lnTo>
                <a:lnTo>
                  <a:pt x="3419561" y="1622737"/>
                </a:lnTo>
                <a:lnTo>
                  <a:pt x="0" y="1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47910" y="115751"/>
            <a:ext cx="3474012" cy="1212746"/>
          </a:xfrm>
          <a:custGeom>
            <a:avLst/>
            <a:gdLst/>
            <a:ahLst/>
            <a:cxnLst/>
            <a:rect r="r" b="b" t="t" l="l"/>
            <a:pathLst>
              <a:path h="1212746" w="3474012">
                <a:moveTo>
                  <a:pt x="0" y="0"/>
                </a:moveTo>
                <a:lnTo>
                  <a:pt x="3474011" y="0"/>
                </a:lnTo>
                <a:lnTo>
                  <a:pt x="3474011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32871" y="763448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863678" y="443809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2" y="0"/>
                </a:moveTo>
                <a:lnTo>
                  <a:pt x="0" y="0"/>
                </a:lnTo>
                <a:lnTo>
                  <a:pt x="0" y="693232"/>
                </a:lnTo>
                <a:lnTo>
                  <a:pt x="3890592" y="693232"/>
                </a:lnTo>
                <a:lnTo>
                  <a:pt x="389059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327511"/>
            <a:ext cx="8115300" cy="5787984"/>
          </a:xfrm>
          <a:custGeom>
            <a:avLst/>
            <a:gdLst/>
            <a:ahLst/>
            <a:cxnLst/>
            <a:rect r="r" b="b" t="t" l="l"/>
            <a:pathLst>
              <a:path h="5787984" w="8115300">
                <a:moveTo>
                  <a:pt x="0" y="0"/>
                </a:moveTo>
                <a:lnTo>
                  <a:pt x="8115300" y="0"/>
                </a:lnTo>
                <a:lnTo>
                  <a:pt x="8115300" y="5787984"/>
                </a:lnTo>
                <a:lnTo>
                  <a:pt x="0" y="5787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48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38207" y="2087321"/>
            <a:ext cx="8344620" cy="5895938"/>
          </a:xfrm>
          <a:custGeom>
            <a:avLst/>
            <a:gdLst/>
            <a:ahLst/>
            <a:cxnLst/>
            <a:rect r="r" b="b" t="t" l="l"/>
            <a:pathLst>
              <a:path h="5895938" w="8344620">
                <a:moveTo>
                  <a:pt x="0" y="0"/>
                </a:moveTo>
                <a:lnTo>
                  <a:pt x="8344620" y="0"/>
                </a:lnTo>
                <a:lnTo>
                  <a:pt x="8344620" y="5895938"/>
                </a:lnTo>
                <a:lnTo>
                  <a:pt x="0" y="58959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276655" y="7939533"/>
            <a:ext cx="2710618" cy="2113683"/>
          </a:xfrm>
          <a:custGeom>
            <a:avLst/>
            <a:gdLst/>
            <a:ahLst/>
            <a:cxnLst/>
            <a:rect r="r" b="b" t="t" l="l"/>
            <a:pathLst>
              <a:path h="2113683" w="2710618">
                <a:moveTo>
                  <a:pt x="0" y="0"/>
                </a:moveTo>
                <a:lnTo>
                  <a:pt x="2710617" y="0"/>
                </a:lnTo>
                <a:lnTo>
                  <a:pt x="2710617" y="2113684"/>
                </a:lnTo>
                <a:lnTo>
                  <a:pt x="0" y="211368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5843" t="-76062" r="-147322" b="-25272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2644" y="1176097"/>
            <a:ext cx="8940050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PRUEBAS EXITOSAS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536" y="5679519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0" y="0"/>
                </a:moveTo>
                <a:lnTo>
                  <a:pt x="3543571" y="0"/>
                </a:lnTo>
                <a:lnTo>
                  <a:pt x="3543571" y="4607481"/>
                </a:lnTo>
                <a:lnTo>
                  <a:pt x="0" y="460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744428" y="5635793"/>
            <a:ext cx="3543572" cy="4607481"/>
          </a:xfrm>
          <a:custGeom>
            <a:avLst/>
            <a:gdLst/>
            <a:ahLst/>
            <a:cxnLst/>
            <a:rect r="r" b="b" t="t" l="l"/>
            <a:pathLst>
              <a:path h="4607481" w="3543572">
                <a:moveTo>
                  <a:pt x="3543572" y="0"/>
                </a:moveTo>
                <a:lnTo>
                  <a:pt x="0" y="0"/>
                </a:lnTo>
                <a:lnTo>
                  <a:pt x="0" y="4607481"/>
                </a:lnTo>
                <a:lnTo>
                  <a:pt x="3543572" y="4607481"/>
                </a:lnTo>
                <a:lnTo>
                  <a:pt x="354357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12694" y="8620537"/>
            <a:ext cx="3419561" cy="1622737"/>
          </a:xfrm>
          <a:custGeom>
            <a:avLst/>
            <a:gdLst/>
            <a:ahLst/>
            <a:cxnLst/>
            <a:rect r="r" b="b" t="t" l="l"/>
            <a:pathLst>
              <a:path h="1622737" w="3419561">
                <a:moveTo>
                  <a:pt x="0" y="0"/>
                </a:moveTo>
                <a:lnTo>
                  <a:pt x="3419561" y="0"/>
                </a:lnTo>
                <a:lnTo>
                  <a:pt x="3419561" y="1622737"/>
                </a:lnTo>
                <a:lnTo>
                  <a:pt x="0" y="16227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47910" y="115751"/>
            <a:ext cx="3474012" cy="1212746"/>
          </a:xfrm>
          <a:custGeom>
            <a:avLst/>
            <a:gdLst/>
            <a:ahLst/>
            <a:cxnLst/>
            <a:rect r="r" b="b" t="t" l="l"/>
            <a:pathLst>
              <a:path h="1212746" w="3474012">
                <a:moveTo>
                  <a:pt x="0" y="0"/>
                </a:moveTo>
                <a:lnTo>
                  <a:pt x="3474011" y="0"/>
                </a:lnTo>
                <a:lnTo>
                  <a:pt x="3474011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532871" y="763448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863678" y="443809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2" y="0"/>
                </a:moveTo>
                <a:lnTo>
                  <a:pt x="0" y="0"/>
                </a:lnTo>
                <a:lnTo>
                  <a:pt x="0" y="693232"/>
                </a:lnTo>
                <a:lnTo>
                  <a:pt x="3890592" y="693232"/>
                </a:lnTo>
                <a:lnTo>
                  <a:pt x="3890592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1091" y="2683232"/>
            <a:ext cx="8157445" cy="5764708"/>
          </a:xfrm>
          <a:custGeom>
            <a:avLst/>
            <a:gdLst/>
            <a:ahLst/>
            <a:cxnLst/>
            <a:rect r="r" b="b" t="t" l="l"/>
            <a:pathLst>
              <a:path h="5764708" w="8157445">
                <a:moveTo>
                  <a:pt x="0" y="0"/>
                </a:moveTo>
                <a:lnTo>
                  <a:pt x="8157445" y="0"/>
                </a:lnTo>
                <a:lnTo>
                  <a:pt x="8157445" y="5764708"/>
                </a:lnTo>
                <a:lnTo>
                  <a:pt x="0" y="576470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30842" y="2648164"/>
            <a:ext cx="8189819" cy="5830330"/>
          </a:xfrm>
          <a:custGeom>
            <a:avLst/>
            <a:gdLst/>
            <a:ahLst/>
            <a:cxnLst/>
            <a:rect r="r" b="b" t="t" l="l"/>
            <a:pathLst>
              <a:path h="5830330" w="8189819">
                <a:moveTo>
                  <a:pt x="0" y="0"/>
                </a:moveTo>
                <a:lnTo>
                  <a:pt x="8189819" y="0"/>
                </a:lnTo>
                <a:lnTo>
                  <a:pt x="8189819" y="5830331"/>
                </a:lnTo>
                <a:lnTo>
                  <a:pt x="0" y="583033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38109" y="8847990"/>
            <a:ext cx="2775984" cy="2339466"/>
          </a:xfrm>
          <a:custGeom>
            <a:avLst/>
            <a:gdLst/>
            <a:ahLst/>
            <a:cxnLst/>
            <a:rect r="r" b="b" t="t" l="l"/>
            <a:pathLst>
              <a:path h="2339466" w="2775984">
                <a:moveTo>
                  <a:pt x="0" y="0"/>
                </a:moveTo>
                <a:lnTo>
                  <a:pt x="2775984" y="0"/>
                </a:lnTo>
                <a:lnTo>
                  <a:pt x="2775984" y="2339466"/>
                </a:lnTo>
                <a:lnTo>
                  <a:pt x="0" y="23394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28866" t="-242406" r="-83781" b="-84865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2644" y="1176097"/>
            <a:ext cx="8940050" cy="91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PRUEBAS EXITOSAS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EDE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525" y="1077076"/>
            <a:ext cx="3474012" cy="1212746"/>
          </a:xfrm>
          <a:custGeom>
            <a:avLst/>
            <a:gdLst/>
            <a:ahLst/>
            <a:cxnLst/>
            <a:rect r="r" b="b" t="t" l="l"/>
            <a:pathLst>
              <a:path h="1212746" w="3474012">
                <a:moveTo>
                  <a:pt x="0" y="0"/>
                </a:moveTo>
                <a:lnTo>
                  <a:pt x="3474012" y="0"/>
                </a:lnTo>
                <a:lnTo>
                  <a:pt x="3474012" y="1212746"/>
                </a:lnTo>
                <a:lnTo>
                  <a:pt x="0" y="1212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860593" y="1415341"/>
            <a:ext cx="4907801" cy="874481"/>
          </a:xfrm>
          <a:custGeom>
            <a:avLst/>
            <a:gdLst/>
            <a:ahLst/>
            <a:cxnLst/>
            <a:rect r="r" b="b" t="t" l="l"/>
            <a:pathLst>
              <a:path h="874481" w="4907801">
                <a:moveTo>
                  <a:pt x="0" y="0"/>
                </a:moveTo>
                <a:lnTo>
                  <a:pt x="4907801" y="0"/>
                </a:lnTo>
                <a:lnTo>
                  <a:pt x="4907801" y="874481"/>
                </a:lnTo>
                <a:lnTo>
                  <a:pt x="0" y="874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144344" y="731163"/>
            <a:ext cx="5270840" cy="1840002"/>
          </a:xfrm>
          <a:custGeom>
            <a:avLst/>
            <a:gdLst/>
            <a:ahLst/>
            <a:cxnLst/>
            <a:rect r="r" b="b" t="t" l="l"/>
            <a:pathLst>
              <a:path h="1840002" w="5270840">
                <a:moveTo>
                  <a:pt x="0" y="0"/>
                </a:moveTo>
                <a:lnTo>
                  <a:pt x="5270840" y="0"/>
                </a:lnTo>
                <a:lnTo>
                  <a:pt x="5270840" y="1840002"/>
                </a:lnTo>
                <a:lnTo>
                  <a:pt x="0" y="184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79764" y="1077076"/>
            <a:ext cx="4233199" cy="1477771"/>
          </a:xfrm>
          <a:custGeom>
            <a:avLst/>
            <a:gdLst/>
            <a:ahLst/>
            <a:cxnLst/>
            <a:rect r="r" b="b" t="t" l="l"/>
            <a:pathLst>
              <a:path h="1477771" w="4233199">
                <a:moveTo>
                  <a:pt x="0" y="0"/>
                </a:moveTo>
                <a:lnTo>
                  <a:pt x="4233199" y="0"/>
                </a:lnTo>
                <a:lnTo>
                  <a:pt x="4233199" y="1477771"/>
                </a:lnTo>
                <a:lnTo>
                  <a:pt x="0" y="14777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8368497" y="990216"/>
            <a:ext cx="3890591" cy="693233"/>
          </a:xfrm>
          <a:custGeom>
            <a:avLst/>
            <a:gdLst/>
            <a:ahLst/>
            <a:cxnLst/>
            <a:rect r="r" b="b" t="t" l="l"/>
            <a:pathLst>
              <a:path h="693233" w="3890591">
                <a:moveTo>
                  <a:pt x="3890591" y="0"/>
                </a:moveTo>
                <a:lnTo>
                  <a:pt x="0" y="0"/>
                </a:lnTo>
                <a:lnTo>
                  <a:pt x="0" y="693233"/>
                </a:lnTo>
                <a:lnTo>
                  <a:pt x="3890591" y="693233"/>
                </a:lnTo>
                <a:lnTo>
                  <a:pt x="38905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6536" y="4153994"/>
            <a:ext cx="11187008" cy="6128433"/>
          </a:xfrm>
          <a:custGeom>
            <a:avLst/>
            <a:gdLst/>
            <a:ahLst/>
            <a:cxnLst/>
            <a:rect r="r" b="b" t="t" l="l"/>
            <a:pathLst>
              <a:path h="6128433" w="11187008">
                <a:moveTo>
                  <a:pt x="0" y="0"/>
                </a:moveTo>
                <a:lnTo>
                  <a:pt x="11187007" y="0"/>
                </a:lnTo>
                <a:lnTo>
                  <a:pt x="11187007" y="6128434"/>
                </a:lnTo>
                <a:lnTo>
                  <a:pt x="0" y="61284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1160471" y="4158567"/>
            <a:ext cx="11187008" cy="6128433"/>
          </a:xfrm>
          <a:custGeom>
            <a:avLst/>
            <a:gdLst/>
            <a:ahLst/>
            <a:cxnLst/>
            <a:rect r="r" b="b" t="t" l="l"/>
            <a:pathLst>
              <a:path h="6128433" w="11187008">
                <a:moveTo>
                  <a:pt x="11187008" y="0"/>
                </a:moveTo>
                <a:lnTo>
                  <a:pt x="0" y="0"/>
                </a:lnTo>
                <a:lnTo>
                  <a:pt x="0" y="6128433"/>
                </a:lnTo>
                <a:lnTo>
                  <a:pt x="11187008" y="6128433"/>
                </a:lnTo>
                <a:lnTo>
                  <a:pt x="11187008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80825" y="752250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67863" y="3158579"/>
            <a:ext cx="16539432" cy="306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15"/>
              </a:lnSpc>
            </a:pPr>
            <a:r>
              <a:rPr lang="en-US" sz="17082" spc="17">
                <a:solidFill>
                  <a:srgbClr val="2B4743"/>
                </a:solidFill>
                <a:latin typeface="Arcade Gamer"/>
                <a:ea typeface="Arcade Gamer"/>
                <a:cs typeface="Arcade Gamer"/>
                <a:sym typeface="Arcade Gamer"/>
              </a:rPr>
              <a:t>GRACIAS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6289" y="713935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81174" y="79530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36059" y="734761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565830" y="77329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72923" y="77329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827808" y="79530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1" y="0"/>
                </a:lnTo>
                <a:lnTo>
                  <a:pt x="21097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82694" y="752250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937579" y="805590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959301" y="69243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097507" y="734761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042622" y="713935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790799" y="8055901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87737" y="7732902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932852" y="79530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1836746" y="752250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935215" y="79530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965832" y="7522508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-781071" y="6924389"/>
            <a:ext cx="2109770" cy="4114800"/>
          </a:xfrm>
          <a:custGeom>
            <a:avLst/>
            <a:gdLst/>
            <a:ahLst/>
            <a:cxnLst/>
            <a:rect r="r" b="b" t="t" l="l"/>
            <a:pathLst>
              <a:path h="4114800" w="2109770">
                <a:moveTo>
                  <a:pt x="0" y="0"/>
                </a:moveTo>
                <a:lnTo>
                  <a:pt x="2109770" y="0"/>
                </a:lnTo>
                <a:lnTo>
                  <a:pt x="21097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274572" y="731163"/>
            <a:ext cx="608122" cy="608122"/>
          </a:xfrm>
          <a:custGeom>
            <a:avLst/>
            <a:gdLst/>
            <a:ahLst/>
            <a:cxnLst/>
            <a:rect r="r" b="b" t="t" l="l"/>
            <a:pathLst>
              <a:path h="608122" w="608122">
                <a:moveTo>
                  <a:pt x="0" y="0"/>
                </a:moveTo>
                <a:lnTo>
                  <a:pt x="608122" y="0"/>
                </a:lnTo>
                <a:lnTo>
                  <a:pt x="608122" y="608122"/>
                </a:lnTo>
                <a:lnTo>
                  <a:pt x="0" y="608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0837215" y="2375165"/>
            <a:ext cx="402061" cy="402061"/>
          </a:xfrm>
          <a:custGeom>
            <a:avLst/>
            <a:gdLst/>
            <a:ahLst/>
            <a:cxnLst/>
            <a:rect r="r" b="b" t="t" l="l"/>
            <a:pathLst>
              <a:path h="402061" w="402061">
                <a:moveTo>
                  <a:pt x="402061" y="0"/>
                </a:moveTo>
                <a:lnTo>
                  <a:pt x="0" y="0"/>
                </a:lnTo>
                <a:lnTo>
                  <a:pt x="0" y="402061"/>
                </a:lnTo>
                <a:lnTo>
                  <a:pt x="402061" y="402061"/>
                </a:lnTo>
                <a:lnTo>
                  <a:pt x="40206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998564" y="7111332"/>
            <a:ext cx="384761" cy="384761"/>
          </a:xfrm>
          <a:custGeom>
            <a:avLst/>
            <a:gdLst/>
            <a:ahLst/>
            <a:cxnLst/>
            <a:rect r="r" b="b" t="t" l="l"/>
            <a:pathLst>
              <a:path h="384761" w="384761">
                <a:moveTo>
                  <a:pt x="0" y="0"/>
                </a:moveTo>
                <a:lnTo>
                  <a:pt x="384761" y="0"/>
                </a:lnTo>
                <a:lnTo>
                  <a:pt x="384761" y="384761"/>
                </a:lnTo>
                <a:lnTo>
                  <a:pt x="0" y="38476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6539238" y="6456659"/>
            <a:ext cx="577141" cy="577141"/>
          </a:xfrm>
          <a:custGeom>
            <a:avLst/>
            <a:gdLst/>
            <a:ahLst/>
            <a:cxnLst/>
            <a:rect r="r" b="b" t="t" l="l"/>
            <a:pathLst>
              <a:path h="577141" w="577141">
                <a:moveTo>
                  <a:pt x="577141" y="0"/>
                </a:moveTo>
                <a:lnTo>
                  <a:pt x="0" y="0"/>
                </a:lnTo>
                <a:lnTo>
                  <a:pt x="0" y="577142"/>
                </a:lnTo>
                <a:lnTo>
                  <a:pt x="577141" y="577142"/>
                </a:lnTo>
                <a:lnTo>
                  <a:pt x="57714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23424" y="6296550"/>
            <a:ext cx="320218" cy="320218"/>
          </a:xfrm>
          <a:custGeom>
            <a:avLst/>
            <a:gdLst/>
            <a:ahLst/>
            <a:cxnLst/>
            <a:rect r="r" b="b" t="t" l="l"/>
            <a:pathLst>
              <a:path h="320218" w="320218">
                <a:moveTo>
                  <a:pt x="0" y="0"/>
                </a:moveTo>
                <a:lnTo>
                  <a:pt x="320218" y="0"/>
                </a:lnTo>
                <a:lnTo>
                  <a:pt x="320218" y="320218"/>
                </a:lnTo>
                <a:lnTo>
                  <a:pt x="0" y="320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385636" y="6603106"/>
            <a:ext cx="604465" cy="604465"/>
          </a:xfrm>
          <a:custGeom>
            <a:avLst/>
            <a:gdLst/>
            <a:ahLst/>
            <a:cxnLst/>
            <a:rect r="r" b="b" t="t" l="l"/>
            <a:pathLst>
              <a:path h="604465" w="604465">
                <a:moveTo>
                  <a:pt x="0" y="0"/>
                </a:moveTo>
                <a:lnTo>
                  <a:pt x="604464" y="0"/>
                </a:lnTo>
                <a:lnTo>
                  <a:pt x="604464" y="604465"/>
                </a:lnTo>
                <a:lnTo>
                  <a:pt x="0" y="6044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true" flipV="false" rot="0">
            <a:off x="14939873" y="6456659"/>
            <a:ext cx="400106" cy="400106"/>
          </a:xfrm>
          <a:custGeom>
            <a:avLst/>
            <a:gdLst/>
            <a:ahLst/>
            <a:cxnLst/>
            <a:rect r="r" b="b" t="t" l="l"/>
            <a:pathLst>
              <a:path h="400106" w="400106">
                <a:moveTo>
                  <a:pt x="400106" y="0"/>
                </a:moveTo>
                <a:lnTo>
                  <a:pt x="0" y="0"/>
                </a:lnTo>
                <a:lnTo>
                  <a:pt x="0" y="400106"/>
                </a:lnTo>
                <a:lnTo>
                  <a:pt x="400106" y="400106"/>
                </a:lnTo>
                <a:lnTo>
                  <a:pt x="4001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true" flipV="true" rot="0">
            <a:off x="17415184" y="5382672"/>
            <a:ext cx="318643" cy="318643"/>
          </a:xfrm>
          <a:custGeom>
            <a:avLst/>
            <a:gdLst/>
            <a:ahLst/>
            <a:cxnLst/>
            <a:rect r="r" b="b" t="t" l="l"/>
            <a:pathLst>
              <a:path h="318643" w="318643">
                <a:moveTo>
                  <a:pt x="318643" y="318643"/>
                </a:moveTo>
                <a:lnTo>
                  <a:pt x="0" y="318643"/>
                </a:lnTo>
                <a:lnTo>
                  <a:pt x="0" y="0"/>
                </a:lnTo>
                <a:lnTo>
                  <a:pt x="318643" y="0"/>
                </a:lnTo>
                <a:lnTo>
                  <a:pt x="318643" y="318643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566967" y="2571165"/>
            <a:ext cx="412122" cy="412122"/>
          </a:xfrm>
          <a:custGeom>
            <a:avLst/>
            <a:gdLst/>
            <a:ahLst/>
            <a:cxnLst/>
            <a:rect r="r" b="b" t="t" l="l"/>
            <a:pathLst>
              <a:path h="412122" w="412122">
                <a:moveTo>
                  <a:pt x="0" y="0"/>
                </a:moveTo>
                <a:lnTo>
                  <a:pt x="412123" y="0"/>
                </a:lnTo>
                <a:lnTo>
                  <a:pt x="412123" y="412122"/>
                </a:lnTo>
                <a:lnTo>
                  <a:pt x="0" y="4121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42913" y="3137918"/>
            <a:ext cx="367366" cy="367366"/>
          </a:xfrm>
          <a:custGeom>
            <a:avLst/>
            <a:gdLst/>
            <a:ahLst/>
            <a:cxnLst/>
            <a:rect r="r" b="b" t="t" l="l"/>
            <a:pathLst>
              <a:path h="367366" w="367366">
                <a:moveTo>
                  <a:pt x="0" y="0"/>
                </a:moveTo>
                <a:lnTo>
                  <a:pt x="367366" y="0"/>
                </a:lnTo>
                <a:lnTo>
                  <a:pt x="367366" y="367366"/>
                </a:lnTo>
                <a:lnTo>
                  <a:pt x="0" y="367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5814131" y="2983287"/>
            <a:ext cx="438006" cy="438006"/>
          </a:xfrm>
          <a:custGeom>
            <a:avLst/>
            <a:gdLst/>
            <a:ahLst/>
            <a:cxnLst/>
            <a:rect r="r" b="b" t="t" l="l"/>
            <a:pathLst>
              <a:path h="438006" w="438006">
                <a:moveTo>
                  <a:pt x="0" y="0"/>
                </a:moveTo>
                <a:lnTo>
                  <a:pt x="438006" y="0"/>
                </a:lnTo>
                <a:lnTo>
                  <a:pt x="438006" y="438007"/>
                </a:lnTo>
                <a:lnTo>
                  <a:pt x="0" y="4380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true" flipV="false" rot="0">
            <a:off x="3257161" y="990216"/>
            <a:ext cx="283376" cy="283376"/>
          </a:xfrm>
          <a:custGeom>
            <a:avLst/>
            <a:gdLst/>
            <a:ahLst/>
            <a:cxnLst/>
            <a:rect r="r" b="b" t="t" l="l"/>
            <a:pathLst>
              <a:path h="283376" w="283376">
                <a:moveTo>
                  <a:pt x="283376" y="0"/>
                </a:moveTo>
                <a:lnTo>
                  <a:pt x="0" y="0"/>
                </a:lnTo>
                <a:lnTo>
                  <a:pt x="0" y="283376"/>
                </a:lnTo>
                <a:lnTo>
                  <a:pt x="283376" y="283376"/>
                </a:lnTo>
                <a:lnTo>
                  <a:pt x="2833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-673529">
            <a:off x="13992786" y="5805764"/>
            <a:ext cx="4724797" cy="4819638"/>
          </a:xfrm>
          <a:custGeom>
            <a:avLst/>
            <a:gdLst/>
            <a:ahLst/>
            <a:cxnLst/>
            <a:rect r="r" b="b" t="t" l="l"/>
            <a:pathLst>
              <a:path h="4819638" w="4724797">
                <a:moveTo>
                  <a:pt x="0" y="0"/>
                </a:moveTo>
                <a:lnTo>
                  <a:pt x="4724797" y="0"/>
                </a:lnTo>
                <a:lnTo>
                  <a:pt x="4724797" y="4819638"/>
                </a:lnTo>
                <a:lnTo>
                  <a:pt x="0" y="48196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DAHPxqmt2y8</dc:identifier>
  <dcterms:modified xsi:type="dcterms:W3CDTF">2011-08-01T06:04:30Z</dcterms:modified>
  <cp:revision>1</cp:revision>
  <dc:title>Pink and Blue Colorful Playful Cute Pixel Illustrative Trivia Quiz Presentation</dc:title>
</cp:coreProperties>
</file>